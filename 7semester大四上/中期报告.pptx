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63" r:id="rId2"/>
    <p:sldMasterId id="2147483666" r:id="rId3"/>
  </p:sldMasterIdLst>
  <p:notesMasterIdLst>
    <p:notesMasterId r:id="rId59"/>
  </p:notesMasterIdLst>
  <p:sldIdLst>
    <p:sldId id="1830" r:id="rId4"/>
    <p:sldId id="1729" r:id="rId5"/>
    <p:sldId id="1795" r:id="rId6"/>
    <p:sldId id="1857" r:id="rId7"/>
    <p:sldId id="1840" r:id="rId8"/>
    <p:sldId id="1833" r:id="rId9"/>
    <p:sldId id="1834" r:id="rId10"/>
    <p:sldId id="1835" r:id="rId11"/>
    <p:sldId id="1836" r:id="rId12"/>
    <p:sldId id="1837" r:id="rId13"/>
    <p:sldId id="1839" r:id="rId14"/>
    <p:sldId id="1855" r:id="rId15"/>
    <p:sldId id="1856" r:id="rId16"/>
    <p:sldId id="1874" r:id="rId17"/>
    <p:sldId id="1893" r:id="rId18"/>
    <p:sldId id="1892" r:id="rId19"/>
    <p:sldId id="1891" r:id="rId20"/>
    <p:sldId id="1793" r:id="rId21"/>
    <p:sldId id="1841" r:id="rId22"/>
    <p:sldId id="1846" r:id="rId23"/>
    <p:sldId id="1842" r:id="rId24"/>
    <p:sldId id="1847" r:id="rId25"/>
    <p:sldId id="1848" r:id="rId26"/>
    <p:sldId id="1843" r:id="rId27"/>
    <p:sldId id="1849" r:id="rId28"/>
    <p:sldId id="1850" r:id="rId29"/>
    <p:sldId id="1851" r:id="rId30"/>
    <p:sldId id="1853" r:id="rId31"/>
    <p:sldId id="1844" r:id="rId32"/>
    <p:sldId id="1852" r:id="rId33"/>
    <p:sldId id="1845" r:id="rId34"/>
    <p:sldId id="1854" r:id="rId35"/>
    <p:sldId id="1858" r:id="rId36"/>
    <p:sldId id="1878" r:id="rId37"/>
    <p:sldId id="1876" r:id="rId38"/>
    <p:sldId id="1860" r:id="rId39"/>
    <p:sldId id="1861" r:id="rId40"/>
    <p:sldId id="1877" r:id="rId41"/>
    <p:sldId id="1862" r:id="rId42"/>
    <p:sldId id="1879" r:id="rId43"/>
    <p:sldId id="1880" r:id="rId44"/>
    <p:sldId id="1864" r:id="rId45"/>
    <p:sldId id="1881" r:id="rId46"/>
    <p:sldId id="1866" r:id="rId47"/>
    <p:sldId id="1882" r:id="rId48"/>
    <p:sldId id="1883" r:id="rId49"/>
    <p:sldId id="1868" r:id="rId50"/>
    <p:sldId id="1884" r:id="rId51"/>
    <p:sldId id="1888" r:id="rId52"/>
    <p:sldId id="1870" r:id="rId53"/>
    <p:sldId id="1886" r:id="rId54"/>
    <p:sldId id="1885" r:id="rId55"/>
    <p:sldId id="1872" r:id="rId56"/>
    <p:sldId id="1889" r:id="rId57"/>
    <p:sldId id="1890" r:id="rId5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无标题节" id="{30C48414-FDBD-4175-964E-37AA3B1601E2}">
          <p14:sldIdLst>
            <p14:sldId id="1830"/>
            <p14:sldId id="1729"/>
            <p14:sldId id="1795"/>
            <p14:sldId id="1857"/>
            <p14:sldId id="1840"/>
            <p14:sldId id="1833"/>
            <p14:sldId id="1834"/>
            <p14:sldId id="1835"/>
            <p14:sldId id="1836"/>
            <p14:sldId id="1837"/>
            <p14:sldId id="1839"/>
            <p14:sldId id="1855"/>
            <p14:sldId id="1856"/>
            <p14:sldId id="1874"/>
            <p14:sldId id="1893"/>
            <p14:sldId id="1892"/>
            <p14:sldId id="1891"/>
            <p14:sldId id="1793"/>
          </p14:sldIdLst>
        </p14:section>
        <p14:section name="企业(首页概览)" id="{2B9F1922-14F9-4F63-8472-56636E9D1515}">
          <p14:sldIdLst>
            <p14:sldId id="1841"/>
            <p14:sldId id="1846"/>
          </p14:sldIdLst>
        </p14:section>
        <p14:section name="企业(备案)" id="{573ACC03-1076-4E3C-98F0-7149067EE1E6}">
          <p14:sldIdLst>
            <p14:sldId id="1842"/>
            <p14:sldId id="1847"/>
            <p14:sldId id="1848"/>
          </p14:sldIdLst>
        </p14:section>
        <p14:section name="企业(数据报表)" id="{DBCAC8ED-FA8F-4536-9996-462F9FDF5ADA}">
          <p14:sldIdLst>
            <p14:sldId id="1843"/>
            <p14:sldId id="1849"/>
            <p14:sldId id="1850"/>
            <p14:sldId id="1851"/>
            <p14:sldId id="1853"/>
          </p14:sldIdLst>
        </p14:section>
        <p14:section name="企业(报表查询)" id="{10C22223-39B1-4557-9720-3C29AB176254}">
          <p14:sldIdLst>
            <p14:sldId id="1844"/>
            <p14:sldId id="1852"/>
          </p14:sldIdLst>
        </p14:section>
        <p14:section name="企业(通知中心)" id="{656EECBE-FE1F-45FF-9F3A-4004379FF397}">
          <p14:sldIdLst>
            <p14:sldId id="1845"/>
            <p14:sldId id="1854"/>
          </p14:sldIdLst>
        </p14:section>
        <p14:section name="省级(概况)" id="{12FAB032-A174-4A8B-A1D9-73B0964D4B64}">
          <p14:sldIdLst>
            <p14:sldId id="1858"/>
            <p14:sldId id="1878"/>
            <p14:sldId id="1876"/>
          </p14:sldIdLst>
        </p14:section>
        <p14:section name="省级(企业管理)" id="{EA574EBF-82AA-4B3C-931D-42695EAB0157}">
          <p14:sldIdLst>
            <p14:sldId id="1860"/>
            <p14:sldId id="1861"/>
            <p14:sldId id="1877"/>
          </p14:sldIdLst>
        </p14:section>
        <p14:section name="省级(数据管理)" id="{6020DC4A-1F03-4A08-A79D-11A8537B1637}">
          <p14:sldIdLst>
            <p14:sldId id="1862"/>
            <p14:sldId id="1879"/>
            <p14:sldId id="1880"/>
          </p14:sldIdLst>
        </p14:section>
        <p14:section name="省级(数据分析)" id="{3531FB2C-8227-42F4-965E-D812BE02F74E}">
          <p14:sldIdLst>
            <p14:sldId id="1864"/>
            <p14:sldId id="1881"/>
          </p14:sldIdLst>
        </p14:section>
        <p14:section name="省级(通知管理)" id="{C5E45EDF-3ACC-4111-A88C-629C1D757EE8}">
          <p14:sldIdLst>
            <p14:sldId id="1866"/>
            <p14:sldId id="1882"/>
            <p14:sldId id="1883"/>
          </p14:sldIdLst>
        </p14:section>
        <p14:section name="省级(账号管理)" id="{AA32F48C-2D61-431D-A35C-D4474D8D838C}">
          <p14:sldIdLst>
            <p14:sldId id="1868"/>
            <p14:sldId id="1884"/>
            <p14:sldId id="1888"/>
          </p14:sldIdLst>
        </p14:section>
        <p14:section name="省级(日志管理)" id="{DFBA8C25-2879-43B7-8E06-8D691A420317}">
          <p14:sldIdLst>
            <p14:sldId id="1870"/>
            <p14:sldId id="1886"/>
            <p14:sldId id="1885"/>
          </p14:sldIdLst>
        </p14:section>
        <p14:section name="省级(调查期管理)" id="{87229445-CB43-4A7D-8B69-4AA143156C9A}">
          <p14:sldIdLst>
            <p14:sldId id="1872"/>
            <p14:sldId id="1889"/>
            <p14:sldId id="1890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2B2B2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484" autoAdjust="0"/>
    <p:restoredTop sz="94660"/>
  </p:normalViewPr>
  <p:slideViewPr>
    <p:cSldViewPr snapToGrid="0">
      <p:cViewPr varScale="1">
        <p:scale>
          <a:sx n="74" d="100"/>
          <a:sy n="74" d="100"/>
        </p:scale>
        <p:origin x="68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50" Type="http://schemas.openxmlformats.org/officeDocument/2006/relationships/slide" Target="slides/slide47.xml"/><Relationship Id="rId55" Type="http://schemas.openxmlformats.org/officeDocument/2006/relationships/slide" Target="slides/slide52.xml"/><Relationship Id="rId63" Type="http://schemas.openxmlformats.org/officeDocument/2006/relationships/tableStyles" Target="tableStyles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3" Type="http://schemas.openxmlformats.org/officeDocument/2006/relationships/slide" Target="slides/slide50.xml"/><Relationship Id="rId58" Type="http://schemas.openxmlformats.org/officeDocument/2006/relationships/slide" Target="slides/slide55.xml"/><Relationship Id="rId5" Type="http://schemas.openxmlformats.org/officeDocument/2006/relationships/slide" Target="slides/slide2.xml"/><Relationship Id="rId61" Type="http://schemas.openxmlformats.org/officeDocument/2006/relationships/viewProps" Target="viewProps.xml"/><Relationship Id="rId19" Type="http://schemas.openxmlformats.org/officeDocument/2006/relationships/slide" Target="slides/slide1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56" Type="http://schemas.openxmlformats.org/officeDocument/2006/relationships/slide" Target="slides/slide53.xml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59" Type="http://schemas.openxmlformats.org/officeDocument/2006/relationships/notesMaster" Target="notesMasters/notesMaster1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slide" Target="slides/slide51.xml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openxmlformats.org/officeDocument/2006/relationships/slide" Target="slides/slide54.xml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slide" Target="slides/slide49.xml"/><Relationship Id="rId60" Type="http://schemas.openxmlformats.org/officeDocument/2006/relationships/presProps" Target="presProps.xml"/><Relationship Id="rId4" Type="http://schemas.openxmlformats.org/officeDocument/2006/relationships/slide" Target="slides/slide1.xml"/><Relationship Id="rId9" Type="http://schemas.openxmlformats.org/officeDocument/2006/relationships/slide" Target="slides/slide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E1A16B3-9200-4CE5-8954-5C2F2016C597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EAFA88-DC2A-483B-8CA1-718E2F7D51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34972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D7A2CCA-E5D5-4859-8035-B358016F08F8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868564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5603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25604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719AF1A-C455-4844-80A4-D9AEE66907D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D7A2CCA-E5D5-4859-8035-B358016F08F8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848214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D7A2CCA-E5D5-4859-8035-B358016F08F8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5976534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D7A2CCA-E5D5-4859-8035-B358016F08F8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6178509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D7A2CCA-E5D5-4859-8035-B358016F08F8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2329877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D7A2CCA-E5D5-4859-8035-B358016F08F8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9336916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D7A2CCA-E5D5-4859-8035-B358016F08F8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379790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D7A2CCA-E5D5-4859-8035-B358016F08F8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244546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6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样式4-首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图片 38"/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768810" y="7452"/>
            <a:ext cx="7423189" cy="6850548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84971C8F-15BA-41DC-9278-53FA77C2E557}"/>
              </a:ext>
            </a:extLst>
          </p:cNvPr>
          <p:cNvSpPr/>
          <p:nvPr userDrawn="1"/>
        </p:nvSpPr>
        <p:spPr>
          <a:xfrm>
            <a:off x="-2" y="0"/>
            <a:ext cx="12192001" cy="6858000"/>
          </a:xfrm>
          <a:prstGeom prst="rect">
            <a:avLst/>
          </a:prstGeom>
          <a:gradFill>
            <a:gsLst>
              <a:gs pos="100000">
                <a:schemeClr val="accent1">
                  <a:lumMod val="100000"/>
                  <a:alpha val="0"/>
                </a:schemeClr>
              </a:gs>
              <a:gs pos="50000">
                <a:schemeClr val="accent1">
                  <a:lumMod val="100000"/>
                </a:schemeClr>
              </a:gs>
              <a:gs pos="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pic>
        <p:nvPicPr>
          <p:cNvPr id="40" name="图片 3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0452" y="479393"/>
            <a:ext cx="2203058" cy="616640"/>
          </a:xfrm>
          <a:prstGeom prst="rect">
            <a:avLst/>
          </a:prstGeom>
        </p:spPr>
      </p:pic>
      <p:grpSp>
        <p:nvGrpSpPr>
          <p:cNvPr id="41" name="组合 40"/>
          <p:cNvGrpSpPr/>
          <p:nvPr userDrawn="1"/>
        </p:nvGrpSpPr>
        <p:grpSpPr>
          <a:xfrm>
            <a:off x="691959" y="5891503"/>
            <a:ext cx="4041392" cy="497055"/>
            <a:chOff x="671368" y="6061309"/>
            <a:chExt cx="2479573" cy="304965"/>
          </a:xfrm>
          <a:gradFill>
            <a:gsLst>
              <a:gs pos="0">
                <a:schemeClr val="accent1">
                  <a:lumMod val="5000"/>
                  <a:lumOff val="95000"/>
                  <a:alpha val="4000"/>
                </a:schemeClr>
              </a:gs>
              <a:gs pos="100000">
                <a:schemeClr val="bg1">
                  <a:alpha val="12000"/>
                </a:schemeClr>
              </a:gs>
            </a:gsLst>
            <a:lin ang="16200000" scaled="0"/>
          </a:gradFill>
        </p:grpSpPr>
        <p:grpSp>
          <p:nvGrpSpPr>
            <p:cNvPr id="42" name="组合 41"/>
            <p:cNvGrpSpPr/>
            <p:nvPr userDrawn="1"/>
          </p:nvGrpSpPr>
          <p:grpSpPr>
            <a:xfrm>
              <a:off x="2098445" y="6064781"/>
              <a:ext cx="1052496" cy="298683"/>
              <a:chOff x="2373567" y="1096524"/>
              <a:chExt cx="2578404" cy="731714"/>
            </a:xfrm>
            <a:grpFill/>
          </p:grpSpPr>
          <p:sp>
            <p:nvSpPr>
              <p:cNvPr id="57" name="Freeform 5">
                <a:extLst>
                  <a:ext uri="{FF2B5EF4-FFF2-40B4-BE49-F238E27FC236}">
                    <a16:creationId xmlns:a16="http://schemas.microsoft.com/office/drawing/2014/main" id="{7EF8326A-A460-4F1F-A35E-22F6C0E027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 pitchFamily="34" charset="0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58" name="Freeform 6">
                <a:extLst>
                  <a:ext uri="{FF2B5EF4-FFF2-40B4-BE49-F238E27FC236}">
                    <a16:creationId xmlns:a16="http://schemas.microsoft.com/office/drawing/2014/main" id="{CC1FA68D-3307-481A-8E89-D3CB2E8693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20306" y="1225926"/>
                <a:ext cx="331665" cy="499206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 pitchFamily="34" charset="0"/>
                  <a:ea typeface="微软雅黑" panose="020B0503020204020204" pitchFamily="34" charset="-122"/>
                  <a:cs typeface="+mn-cs"/>
                </a:endParaRPr>
              </a:p>
            </p:txBody>
          </p:sp>
          <p:grpSp>
            <p:nvGrpSpPr>
              <p:cNvPr id="59" name="组合 58">
                <a:extLst>
                  <a:ext uri="{FF2B5EF4-FFF2-40B4-BE49-F238E27FC236}">
                    <a16:creationId xmlns:a16="http://schemas.microsoft.com/office/drawing/2014/main" id="{C7A6E3E5-9A1F-4E06-9E71-F1D7E5C11C32}"/>
                  </a:ext>
                </a:extLst>
              </p:cNvPr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grpFill/>
            </p:grpSpPr>
            <p:sp>
              <p:nvSpPr>
                <p:cNvPr id="64" name="Freeform 7">
                  <a:extLst>
                    <a:ext uri="{FF2B5EF4-FFF2-40B4-BE49-F238E27FC236}">
                      <a16:creationId xmlns:a16="http://schemas.microsoft.com/office/drawing/2014/main" id="{02368C72-9CA0-44B0-93EC-F396645A34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65" name="Freeform 8">
                  <a:extLst>
                    <a:ext uri="{FF2B5EF4-FFF2-40B4-BE49-F238E27FC236}">
                      <a16:creationId xmlns:a16="http://schemas.microsoft.com/office/drawing/2014/main" id="{68AB8704-3F31-41E0-B209-31D0A83BAA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  <p:grpSp>
            <p:nvGrpSpPr>
              <p:cNvPr id="60" name="组合 59">
                <a:extLst>
                  <a:ext uri="{FF2B5EF4-FFF2-40B4-BE49-F238E27FC236}">
                    <a16:creationId xmlns:a16="http://schemas.microsoft.com/office/drawing/2014/main" id="{B92E7EB9-3312-4310-B5FA-50F0FA6CFB99}"/>
                  </a:ext>
                </a:extLst>
              </p:cNvPr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grpFill/>
            </p:grpSpPr>
            <p:sp>
              <p:nvSpPr>
                <p:cNvPr id="61" name="Freeform 15">
                  <a:extLst>
                    <a:ext uri="{FF2B5EF4-FFF2-40B4-BE49-F238E27FC236}">
                      <a16:creationId xmlns:a16="http://schemas.microsoft.com/office/drawing/2014/main" id="{4A24723D-38DD-4916-B1AF-76A9033174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62" name="Freeform 16">
                  <a:extLst>
                    <a:ext uri="{FF2B5EF4-FFF2-40B4-BE49-F238E27FC236}">
                      <a16:creationId xmlns:a16="http://schemas.microsoft.com/office/drawing/2014/main" id="{FB4C6AFE-87EF-4FB7-829C-F7529116EE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63" name="Freeform 17">
                  <a:extLst>
                    <a:ext uri="{FF2B5EF4-FFF2-40B4-BE49-F238E27FC236}">
                      <a16:creationId xmlns:a16="http://schemas.microsoft.com/office/drawing/2014/main" id="{7BBE01C1-D3BA-489E-BE5E-C63059DA7AF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</p:grpSp>
        <p:grpSp>
          <p:nvGrpSpPr>
            <p:cNvPr id="43" name="组合 42"/>
            <p:cNvGrpSpPr/>
            <p:nvPr userDrawn="1"/>
          </p:nvGrpSpPr>
          <p:grpSpPr>
            <a:xfrm>
              <a:off x="671368" y="6061309"/>
              <a:ext cx="1100339" cy="304965"/>
              <a:chOff x="2372715" y="161759"/>
              <a:chExt cx="2695608" cy="747103"/>
            </a:xfrm>
            <a:grpFill/>
          </p:grpSpPr>
          <p:grpSp>
            <p:nvGrpSpPr>
              <p:cNvPr id="44" name="组合 43">
                <a:extLst>
                  <a:ext uri="{FF2B5EF4-FFF2-40B4-BE49-F238E27FC236}">
                    <a16:creationId xmlns:a16="http://schemas.microsoft.com/office/drawing/2014/main" id="{4EB45816-40C4-4065-9181-C29D2BECD84E}"/>
                  </a:ext>
                </a:extLst>
              </p:cNvPr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grpFill/>
            </p:grpSpPr>
            <p:sp>
              <p:nvSpPr>
                <p:cNvPr id="55" name="Freeform 9">
                  <a:extLst>
                    <a:ext uri="{FF2B5EF4-FFF2-40B4-BE49-F238E27FC236}">
                      <a16:creationId xmlns:a16="http://schemas.microsoft.com/office/drawing/2014/main" id="{70888479-5294-457A-8111-462CE4F104F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56" name="Freeform 10">
                  <a:extLst>
                    <a:ext uri="{FF2B5EF4-FFF2-40B4-BE49-F238E27FC236}">
                      <a16:creationId xmlns:a16="http://schemas.microsoft.com/office/drawing/2014/main" id="{3C581795-C09D-460E-9472-8181F266F0E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  <p:grpSp>
            <p:nvGrpSpPr>
              <p:cNvPr id="45" name="组合 44">
                <a:extLst>
                  <a:ext uri="{FF2B5EF4-FFF2-40B4-BE49-F238E27FC236}">
                    <a16:creationId xmlns:a16="http://schemas.microsoft.com/office/drawing/2014/main" id="{C43281D5-D15F-4210-8FEF-5D0B83A54FD6}"/>
                  </a:ext>
                </a:extLst>
              </p:cNvPr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grpFill/>
            </p:grpSpPr>
            <p:sp>
              <p:nvSpPr>
                <p:cNvPr id="53" name="Freeform 13">
                  <a:extLst>
                    <a:ext uri="{FF2B5EF4-FFF2-40B4-BE49-F238E27FC236}">
                      <a16:creationId xmlns:a16="http://schemas.microsoft.com/office/drawing/2014/main" id="{0965091B-D712-42AC-844D-24578409DB9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54" name="Freeform 14">
                  <a:extLst>
                    <a:ext uri="{FF2B5EF4-FFF2-40B4-BE49-F238E27FC236}">
                      <a16:creationId xmlns:a16="http://schemas.microsoft.com/office/drawing/2014/main" id="{EDF1A89C-87D3-4066-B020-1AF4B9A413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  <p:grpSp>
            <p:nvGrpSpPr>
              <p:cNvPr id="46" name="组合 45">
                <a:extLst>
                  <a:ext uri="{FF2B5EF4-FFF2-40B4-BE49-F238E27FC236}">
                    <a16:creationId xmlns:a16="http://schemas.microsoft.com/office/drawing/2014/main" id="{CD1C2EA2-DECB-4C4E-997D-8417E76BE944}"/>
                  </a:ext>
                </a:extLst>
              </p:cNvPr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grpFill/>
            </p:grpSpPr>
            <p:sp>
              <p:nvSpPr>
                <p:cNvPr id="50" name="Freeform 18">
                  <a:extLst>
                    <a:ext uri="{FF2B5EF4-FFF2-40B4-BE49-F238E27FC236}">
                      <a16:creationId xmlns:a16="http://schemas.microsoft.com/office/drawing/2014/main" id="{58E0037C-7932-4788-ADA9-47256329EEB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51" name="Freeform 19">
                  <a:extLst>
                    <a:ext uri="{FF2B5EF4-FFF2-40B4-BE49-F238E27FC236}">
                      <a16:creationId xmlns:a16="http://schemas.microsoft.com/office/drawing/2014/main" id="{B78F413E-1D51-491F-A6EC-02810949F83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52" name="Freeform 20">
                  <a:extLst>
                    <a:ext uri="{FF2B5EF4-FFF2-40B4-BE49-F238E27FC236}">
                      <a16:creationId xmlns:a16="http://schemas.microsoft.com/office/drawing/2014/main" id="{28D425C4-CE02-4413-BBE1-2E9FA0CC0E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  <p:grpSp>
            <p:nvGrpSpPr>
              <p:cNvPr id="47" name="组合 46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grpFill/>
            </p:grpSpPr>
            <p:sp>
              <p:nvSpPr>
                <p:cNvPr id="48" name="Freeform 11">
                  <a:extLst>
                    <a:ext uri="{FF2B5EF4-FFF2-40B4-BE49-F238E27FC236}">
                      <a16:creationId xmlns:a16="http://schemas.microsoft.com/office/drawing/2014/main" id="{9E7CBDC3-9BA0-4307-8967-3267E5966ED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49" name="Freeform 12">
                  <a:extLst>
                    <a:ext uri="{FF2B5EF4-FFF2-40B4-BE49-F238E27FC236}">
                      <a16:creationId xmlns:a16="http://schemas.microsoft.com/office/drawing/2014/main" id="{D88D9717-3185-4A77-8E18-2A8659D441F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958374030"/>
      </p:ext>
    </p:extLst>
  </p:cSld>
  <p:clrMapOvr>
    <a:masterClrMapping/>
  </p:clrMapOvr>
  <p:transition spd="med"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样式4-尾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图片 38"/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0414" y="0"/>
            <a:ext cx="8336943" cy="6860043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84971C8F-15BA-41DC-9278-53FA77C2E557}"/>
              </a:ext>
            </a:extLst>
          </p:cNvPr>
          <p:cNvSpPr/>
          <p:nvPr userDrawn="1"/>
        </p:nvSpPr>
        <p:spPr>
          <a:xfrm>
            <a:off x="-10414" y="0"/>
            <a:ext cx="12202413" cy="685800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100000"/>
                  <a:alpha val="0"/>
                </a:schemeClr>
              </a:gs>
              <a:gs pos="50000">
                <a:schemeClr val="accent1">
                  <a:lumMod val="100000"/>
                </a:schemeClr>
              </a:gs>
              <a:gs pos="100000">
                <a:schemeClr val="accent1">
                  <a:lumMod val="100000"/>
                </a:schemeClr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pic>
        <p:nvPicPr>
          <p:cNvPr id="40" name="图片 3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403566" y="501046"/>
            <a:ext cx="2203058" cy="616640"/>
          </a:xfrm>
          <a:prstGeom prst="rect">
            <a:avLst/>
          </a:prstGeom>
        </p:spPr>
      </p:pic>
      <p:grpSp>
        <p:nvGrpSpPr>
          <p:cNvPr id="41" name="组合 40"/>
          <p:cNvGrpSpPr/>
          <p:nvPr userDrawn="1"/>
        </p:nvGrpSpPr>
        <p:grpSpPr>
          <a:xfrm>
            <a:off x="7388034" y="5891503"/>
            <a:ext cx="4041392" cy="497055"/>
            <a:chOff x="671368" y="6061309"/>
            <a:chExt cx="2479573" cy="304965"/>
          </a:xfrm>
          <a:gradFill>
            <a:gsLst>
              <a:gs pos="0">
                <a:schemeClr val="accent1">
                  <a:lumMod val="5000"/>
                  <a:lumOff val="95000"/>
                  <a:alpha val="4000"/>
                </a:schemeClr>
              </a:gs>
              <a:gs pos="100000">
                <a:schemeClr val="bg1">
                  <a:alpha val="12000"/>
                </a:schemeClr>
              </a:gs>
            </a:gsLst>
            <a:lin ang="16200000" scaled="0"/>
          </a:gradFill>
        </p:grpSpPr>
        <p:grpSp>
          <p:nvGrpSpPr>
            <p:cNvPr id="42" name="组合 41"/>
            <p:cNvGrpSpPr/>
            <p:nvPr userDrawn="1"/>
          </p:nvGrpSpPr>
          <p:grpSpPr>
            <a:xfrm>
              <a:off x="2098445" y="6064781"/>
              <a:ext cx="1052496" cy="298683"/>
              <a:chOff x="2373567" y="1096524"/>
              <a:chExt cx="2578404" cy="731714"/>
            </a:xfrm>
            <a:grpFill/>
          </p:grpSpPr>
          <p:sp>
            <p:nvSpPr>
              <p:cNvPr id="57" name="Freeform 5">
                <a:extLst>
                  <a:ext uri="{FF2B5EF4-FFF2-40B4-BE49-F238E27FC236}">
                    <a16:creationId xmlns:a16="http://schemas.microsoft.com/office/drawing/2014/main" id="{7EF8326A-A460-4F1F-A35E-22F6C0E027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 pitchFamily="34" charset="0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58" name="Freeform 6">
                <a:extLst>
                  <a:ext uri="{FF2B5EF4-FFF2-40B4-BE49-F238E27FC236}">
                    <a16:creationId xmlns:a16="http://schemas.microsoft.com/office/drawing/2014/main" id="{CC1FA68D-3307-481A-8E89-D3CB2E8693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20306" y="1225926"/>
                <a:ext cx="331665" cy="499206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 pitchFamily="34" charset="0"/>
                  <a:ea typeface="微软雅黑" panose="020B0503020204020204" pitchFamily="34" charset="-122"/>
                  <a:cs typeface="+mn-cs"/>
                </a:endParaRPr>
              </a:p>
            </p:txBody>
          </p:sp>
          <p:grpSp>
            <p:nvGrpSpPr>
              <p:cNvPr id="59" name="组合 58">
                <a:extLst>
                  <a:ext uri="{FF2B5EF4-FFF2-40B4-BE49-F238E27FC236}">
                    <a16:creationId xmlns:a16="http://schemas.microsoft.com/office/drawing/2014/main" id="{C7A6E3E5-9A1F-4E06-9E71-F1D7E5C11C32}"/>
                  </a:ext>
                </a:extLst>
              </p:cNvPr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grpFill/>
            </p:grpSpPr>
            <p:sp>
              <p:nvSpPr>
                <p:cNvPr id="64" name="Freeform 7">
                  <a:extLst>
                    <a:ext uri="{FF2B5EF4-FFF2-40B4-BE49-F238E27FC236}">
                      <a16:creationId xmlns:a16="http://schemas.microsoft.com/office/drawing/2014/main" id="{02368C72-9CA0-44B0-93EC-F396645A34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65" name="Freeform 8">
                  <a:extLst>
                    <a:ext uri="{FF2B5EF4-FFF2-40B4-BE49-F238E27FC236}">
                      <a16:creationId xmlns:a16="http://schemas.microsoft.com/office/drawing/2014/main" id="{68AB8704-3F31-41E0-B209-31D0A83BAA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  <p:grpSp>
            <p:nvGrpSpPr>
              <p:cNvPr id="60" name="组合 59">
                <a:extLst>
                  <a:ext uri="{FF2B5EF4-FFF2-40B4-BE49-F238E27FC236}">
                    <a16:creationId xmlns:a16="http://schemas.microsoft.com/office/drawing/2014/main" id="{B92E7EB9-3312-4310-B5FA-50F0FA6CFB99}"/>
                  </a:ext>
                </a:extLst>
              </p:cNvPr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grpFill/>
            </p:grpSpPr>
            <p:sp>
              <p:nvSpPr>
                <p:cNvPr id="61" name="Freeform 15">
                  <a:extLst>
                    <a:ext uri="{FF2B5EF4-FFF2-40B4-BE49-F238E27FC236}">
                      <a16:creationId xmlns:a16="http://schemas.microsoft.com/office/drawing/2014/main" id="{4A24723D-38DD-4916-B1AF-76A9033174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62" name="Freeform 16">
                  <a:extLst>
                    <a:ext uri="{FF2B5EF4-FFF2-40B4-BE49-F238E27FC236}">
                      <a16:creationId xmlns:a16="http://schemas.microsoft.com/office/drawing/2014/main" id="{FB4C6AFE-87EF-4FB7-829C-F7529116EE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63" name="Freeform 17">
                  <a:extLst>
                    <a:ext uri="{FF2B5EF4-FFF2-40B4-BE49-F238E27FC236}">
                      <a16:creationId xmlns:a16="http://schemas.microsoft.com/office/drawing/2014/main" id="{7BBE01C1-D3BA-489E-BE5E-C63059DA7AF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</p:grpSp>
        <p:grpSp>
          <p:nvGrpSpPr>
            <p:cNvPr id="43" name="组合 42"/>
            <p:cNvGrpSpPr/>
            <p:nvPr userDrawn="1"/>
          </p:nvGrpSpPr>
          <p:grpSpPr>
            <a:xfrm>
              <a:off x="671368" y="6061309"/>
              <a:ext cx="1100339" cy="304965"/>
              <a:chOff x="2372715" y="161759"/>
              <a:chExt cx="2695608" cy="747103"/>
            </a:xfrm>
            <a:grpFill/>
          </p:grpSpPr>
          <p:grpSp>
            <p:nvGrpSpPr>
              <p:cNvPr id="44" name="组合 43">
                <a:extLst>
                  <a:ext uri="{FF2B5EF4-FFF2-40B4-BE49-F238E27FC236}">
                    <a16:creationId xmlns:a16="http://schemas.microsoft.com/office/drawing/2014/main" id="{4EB45816-40C4-4065-9181-C29D2BECD84E}"/>
                  </a:ext>
                </a:extLst>
              </p:cNvPr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grpFill/>
            </p:grpSpPr>
            <p:sp>
              <p:nvSpPr>
                <p:cNvPr id="55" name="Freeform 9">
                  <a:extLst>
                    <a:ext uri="{FF2B5EF4-FFF2-40B4-BE49-F238E27FC236}">
                      <a16:creationId xmlns:a16="http://schemas.microsoft.com/office/drawing/2014/main" id="{70888479-5294-457A-8111-462CE4F104F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56" name="Freeform 10">
                  <a:extLst>
                    <a:ext uri="{FF2B5EF4-FFF2-40B4-BE49-F238E27FC236}">
                      <a16:creationId xmlns:a16="http://schemas.microsoft.com/office/drawing/2014/main" id="{3C581795-C09D-460E-9472-8181F266F0E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  <p:grpSp>
            <p:nvGrpSpPr>
              <p:cNvPr id="45" name="组合 44">
                <a:extLst>
                  <a:ext uri="{FF2B5EF4-FFF2-40B4-BE49-F238E27FC236}">
                    <a16:creationId xmlns:a16="http://schemas.microsoft.com/office/drawing/2014/main" id="{C43281D5-D15F-4210-8FEF-5D0B83A54FD6}"/>
                  </a:ext>
                </a:extLst>
              </p:cNvPr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grpFill/>
            </p:grpSpPr>
            <p:sp>
              <p:nvSpPr>
                <p:cNvPr id="53" name="Freeform 13">
                  <a:extLst>
                    <a:ext uri="{FF2B5EF4-FFF2-40B4-BE49-F238E27FC236}">
                      <a16:creationId xmlns:a16="http://schemas.microsoft.com/office/drawing/2014/main" id="{0965091B-D712-42AC-844D-24578409DB9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54" name="Freeform 14">
                  <a:extLst>
                    <a:ext uri="{FF2B5EF4-FFF2-40B4-BE49-F238E27FC236}">
                      <a16:creationId xmlns:a16="http://schemas.microsoft.com/office/drawing/2014/main" id="{EDF1A89C-87D3-4066-B020-1AF4B9A413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  <p:grpSp>
            <p:nvGrpSpPr>
              <p:cNvPr id="46" name="组合 45">
                <a:extLst>
                  <a:ext uri="{FF2B5EF4-FFF2-40B4-BE49-F238E27FC236}">
                    <a16:creationId xmlns:a16="http://schemas.microsoft.com/office/drawing/2014/main" id="{CD1C2EA2-DECB-4C4E-997D-8417E76BE944}"/>
                  </a:ext>
                </a:extLst>
              </p:cNvPr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grpFill/>
            </p:grpSpPr>
            <p:sp>
              <p:nvSpPr>
                <p:cNvPr id="50" name="Freeform 18">
                  <a:extLst>
                    <a:ext uri="{FF2B5EF4-FFF2-40B4-BE49-F238E27FC236}">
                      <a16:creationId xmlns:a16="http://schemas.microsoft.com/office/drawing/2014/main" id="{58E0037C-7932-4788-ADA9-47256329EEB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51" name="Freeform 19">
                  <a:extLst>
                    <a:ext uri="{FF2B5EF4-FFF2-40B4-BE49-F238E27FC236}">
                      <a16:creationId xmlns:a16="http://schemas.microsoft.com/office/drawing/2014/main" id="{B78F413E-1D51-491F-A6EC-02810949F83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52" name="Freeform 20">
                  <a:extLst>
                    <a:ext uri="{FF2B5EF4-FFF2-40B4-BE49-F238E27FC236}">
                      <a16:creationId xmlns:a16="http://schemas.microsoft.com/office/drawing/2014/main" id="{28D425C4-CE02-4413-BBE1-2E9FA0CC0E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  <p:grpSp>
            <p:nvGrpSpPr>
              <p:cNvPr id="47" name="组合 46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grpFill/>
            </p:grpSpPr>
            <p:sp>
              <p:nvSpPr>
                <p:cNvPr id="48" name="Freeform 11">
                  <a:extLst>
                    <a:ext uri="{FF2B5EF4-FFF2-40B4-BE49-F238E27FC236}">
                      <a16:creationId xmlns:a16="http://schemas.microsoft.com/office/drawing/2014/main" id="{9E7CBDC3-9BA0-4307-8967-3267E5966ED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49" name="Freeform 12">
                  <a:extLst>
                    <a:ext uri="{FF2B5EF4-FFF2-40B4-BE49-F238E27FC236}">
                      <a16:creationId xmlns:a16="http://schemas.microsoft.com/office/drawing/2014/main" id="{D88D9717-3185-4A77-8E18-2A8659D441F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2270653157"/>
      </p:ext>
    </p:extLst>
  </p:cSld>
  <p:clrMapOvr>
    <a:masterClrMapping/>
  </p:clrMapOvr>
  <p:transition spd="med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样式9-首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81566"/>
            <a:ext cx="12192000" cy="3244934"/>
          </a:xfrm>
          <a:prstGeom prst="rect">
            <a:avLst/>
          </a:prstGeom>
        </p:spPr>
      </p:pic>
      <p:sp>
        <p:nvSpPr>
          <p:cNvPr id="3" name="矩形 2"/>
          <p:cNvSpPr/>
          <p:nvPr userDrawn="1"/>
        </p:nvSpPr>
        <p:spPr>
          <a:xfrm>
            <a:off x="0" y="3317875"/>
            <a:ext cx="12192000" cy="35401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pic>
        <p:nvPicPr>
          <p:cNvPr id="6" name="图片 6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9790632" y="109143"/>
            <a:ext cx="2286546" cy="29753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图片 7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24285" y="-494144"/>
            <a:ext cx="3165893" cy="4124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07926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样式9-尾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 userDrawn="1"/>
        </p:nvGrpSpPr>
        <p:grpSpPr>
          <a:xfrm>
            <a:off x="0" y="0"/>
            <a:ext cx="12192000" cy="5089582"/>
            <a:chOff x="0" y="0"/>
            <a:chExt cx="12192000" cy="5089582"/>
          </a:xfrm>
          <a:solidFill>
            <a:schemeClr val="accent1"/>
          </a:solidFill>
        </p:grpSpPr>
        <p:sp>
          <p:nvSpPr>
            <p:cNvPr id="3" name="等腰三角形 2"/>
            <p:cNvSpPr/>
            <p:nvPr/>
          </p:nvSpPr>
          <p:spPr>
            <a:xfrm flipV="1">
              <a:off x="0" y="4123423"/>
              <a:ext cx="12192000" cy="966159"/>
            </a:xfrm>
            <a:prstGeom prst="triangle">
              <a:avLst/>
            </a:prstGeom>
            <a:grpFill/>
            <a:ln>
              <a:noFill/>
            </a:ln>
            <a:effectLst>
              <a:outerShdw blurRad="76200" dist="12700" dir="5400000" sx="103000" sy="103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  <p:sp>
          <p:nvSpPr>
            <p:cNvPr id="4" name="矩形 3"/>
            <p:cNvSpPr/>
            <p:nvPr/>
          </p:nvSpPr>
          <p:spPr>
            <a:xfrm>
              <a:off x="0" y="0"/>
              <a:ext cx="12192000" cy="412342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grpSp>
        <p:nvGrpSpPr>
          <p:cNvPr id="29" name="组合 28"/>
          <p:cNvGrpSpPr/>
          <p:nvPr userDrawn="1"/>
        </p:nvGrpSpPr>
        <p:grpSpPr>
          <a:xfrm>
            <a:off x="2055967" y="1793453"/>
            <a:ext cx="8080066" cy="993775"/>
            <a:chOff x="671368" y="6061309"/>
            <a:chExt cx="2479573" cy="304965"/>
          </a:xfrm>
          <a:solidFill>
            <a:schemeClr val="bg1"/>
          </a:solidFill>
        </p:grpSpPr>
        <p:grpSp>
          <p:nvGrpSpPr>
            <p:cNvPr id="30" name="组合 29"/>
            <p:cNvGrpSpPr/>
            <p:nvPr userDrawn="1"/>
          </p:nvGrpSpPr>
          <p:grpSpPr>
            <a:xfrm>
              <a:off x="2098445" y="6064781"/>
              <a:ext cx="1052496" cy="298683"/>
              <a:chOff x="2373567" y="1096524"/>
              <a:chExt cx="2578404" cy="731714"/>
            </a:xfrm>
            <a:grpFill/>
          </p:grpSpPr>
          <p:sp>
            <p:nvSpPr>
              <p:cNvPr id="45" name="Freeform 5">
                <a:extLst>
                  <a:ext uri="{FF2B5EF4-FFF2-40B4-BE49-F238E27FC236}">
                    <a16:creationId xmlns:a16="http://schemas.microsoft.com/office/drawing/2014/main" id="{7EF8326A-A460-4F1F-A35E-22F6C0E027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 pitchFamily="34" charset="0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46" name="Freeform 6">
                <a:extLst>
                  <a:ext uri="{FF2B5EF4-FFF2-40B4-BE49-F238E27FC236}">
                    <a16:creationId xmlns:a16="http://schemas.microsoft.com/office/drawing/2014/main" id="{CC1FA68D-3307-481A-8E89-D3CB2E8693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20306" y="1254098"/>
                <a:ext cx="331665" cy="499206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 pitchFamily="34" charset="0"/>
                  <a:ea typeface="微软雅黑" panose="020B0503020204020204" pitchFamily="34" charset="-122"/>
                  <a:cs typeface="+mn-cs"/>
                </a:endParaRPr>
              </a:p>
            </p:txBody>
          </p:sp>
          <p:grpSp>
            <p:nvGrpSpPr>
              <p:cNvPr id="47" name="组合 46">
                <a:extLst>
                  <a:ext uri="{FF2B5EF4-FFF2-40B4-BE49-F238E27FC236}">
                    <a16:creationId xmlns:a16="http://schemas.microsoft.com/office/drawing/2014/main" id="{C7A6E3E5-9A1F-4E06-9E71-F1D7E5C11C32}"/>
                  </a:ext>
                </a:extLst>
              </p:cNvPr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grpFill/>
            </p:grpSpPr>
            <p:sp>
              <p:nvSpPr>
                <p:cNvPr id="52" name="Freeform 7">
                  <a:extLst>
                    <a:ext uri="{FF2B5EF4-FFF2-40B4-BE49-F238E27FC236}">
                      <a16:creationId xmlns:a16="http://schemas.microsoft.com/office/drawing/2014/main" id="{02368C72-9CA0-44B0-93EC-F396645A34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53" name="Freeform 8">
                  <a:extLst>
                    <a:ext uri="{FF2B5EF4-FFF2-40B4-BE49-F238E27FC236}">
                      <a16:creationId xmlns:a16="http://schemas.microsoft.com/office/drawing/2014/main" id="{68AB8704-3F31-41E0-B209-31D0A83BAA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  <p:grpSp>
            <p:nvGrpSpPr>
              <p:cNvPr id="48" name="组合 47">
                <a:extLst>
                  <a:ext uri="{FF2B5EF4-FFF2-40B4-BE49-F238E27FC236}">
                    <a16:creationId xmlns:a16="http://schemas.microsoft.com/office/drawing/2014/main" id="{B92E7EB9-3312-4310-B5FA-50F0FA6CFB99}"/>
                  </a:ext>
                </a:extLst>
              </p:cNvPr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grpFill/>
            </p:grpSpPr>
            <p:sp>
              <p:nvSpPr>
                <p:cNvPr id="49" name="Freeform 15">
                  <a:extLst>
                    <a:ext uri="{FF2B5EF4-FFF2-40B4-BE49-F238E27FC236}">
                      <a16:creationId xmlns:a16="http://schemas.microsoft.com/office/drawing/2014/main" id="{4A24723D-38DD-4916-B1AF-76A9033174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50" name="Freeform 16">
                  <a:extLst>
                    <a:ext uri="{FF2B5EF4-FFF2-40B4-BE49-F238E27FC236}">
                      <a16:creationId xmlns:a16="http://schemas.microsoft.com/office/drawing/2014/main" id="{FB4C6AFE-87EF-4FB7-829C-F7529116EE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51" name="Freeform 17">
                  <a:extLst>
                    <a:ext uri="{FF2B5EF4-FFF2-40B4-BE49-F238E27FC236}">
                      <a16:creationId xmlns:a16="http://schemas.microsoft.com/office/drawing/2014/main" id="{7BBE01C1-D3BA-489E-BE5E-C63059DA7AF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</p:grpSp>
        <p:grpSp>
          <p:nvGrpSpPr>
            <p:cNvPr id="31" name="组合 30"/>
            <p:cNvGrpSpPr/>
            <p:nvPr userDrawn="1"/>
          </p:nvGrpSpPr>
          <p:grpSpPr>
            <a:xfrm>
              <a:off x="671368" y="6061309"/>
              <a:ext cx="1100339" cy="304965"/>
              <a:chOff x="2372715" y="161759"/>
              <a:chExt cx="2695608" cy="747103"/>
            </a:xfrm>
            <a:grpFill/>
          </p:grpSpPr>
          <p:grpSp>
            <p:nvGrpSpPr>
              <p:cNvPr id="32" name="组合 31">
                <a:extLst>
                  <a:ext uri="{FF2B5EF4-FFF2-40B4-BE49-F238E27FC236}">
                    <a16:creationId xmlns:a16="http://schemas.microsoft.com/office/drawing/2014/main" id="{4EB45816-40C4-4065-9181-C29D2BECD84E}"/>
                  </a:ext>
                </a:extLst>
              </p:cNvPr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grpFill/>
            </p:grpSpPr>
            <p:sp>
              <p:nvSpPr>
                <p:cNvPr id="43" name="Freeform 9">
                  <a:extLst>
                    <a:ext uri="{FF2B5EF4-FFF2-40B4-BE49-F238E27FC236}">
                      <a16:creationId xmlns:a16="http://schemas.microsoft.com/office/drawing/2014/main" id="{70888479-5294-457A-8111-462CE4F104F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44" name="Freeform 10">
                  <a:extLst>
                    <a:ext uri="{FF2B5EF4-FFF2-40B4-BE49-F238E27FC236}">
                      <a16:creationId xmlns:a16="http://schemas.microsoft.com/office/drawing/2014/main" id="{3C581795-C09D-460E-9472-8181F266F0E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  <p:grpSp>
            <p:nvGrpSpPr>
              <p:cNvPr id="33" name="组合 32">
                <a:extLst>
                  <a:ext uri="{FF2B5EF4-FFF2-40B4-BE49-F238E27FC236}">
                    <a16:creationId xmlns:a16="http://schemas.microsoft.com/office/drawing/2014/main" id="{C43281D5-D15F-4210-8FEF-5D0B83A54FD6}"/>
                  </a:ext>
                </a:extLst>
              </p:cNvPr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grpFill/>
            </p:grpSpPr>
            <p:sp>
              <p:nvSpPr>
                <p:cNvPr id="41" name="Freeform 13">
                  <a:extLst>
                    <a:ext uri="{FF2B5EF4-FFF2-40B4-BE49-F238E27FC236}">
                      <a16:creationId xmlns:a16="http://schemas.microsoft.com/office/drawing/2014/main" id="{0965091B-D712-42AC-844D-24578409DB9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42" name="Freeform 14">
                  <a:extLst>
                    <a:ext uri="{FF2B5EF4-FFF2-40B4-BE49-F238E27FC236}">
                      <a16:creationId xmlns:a16="http://schemas.microsoft.com/office/drawing/2014/main" id="{EDF1A89C-87D3-4066-B020-1AF4B9A413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  <p:grpSp>
            <p:nvGrpSpPr>
              <p:cNvPr id="34" name="组合 33">
                <a:extLst>
                  <a:ext uri="{FF2B5EF4-FFF2-40B4-BE49-F238E27FC236}">
                    <a16:creationId xmlns:a16="http://schemas.microsoft.com/office/drawing/2014/main" id="{CD1C2EA2-DECB-4C4E-997D-8417E76BE944}"/>
                  </a:ext>
                </a:extLst>
              </p:cNvPr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grpFill/>
            </p:grpSpPr>
            <p:sp>
              <p:nvSpPr>
                <p:cNvPr id="38" name="Freeform 18">
                  <a:extLst>
                    <a:ext uri="{FF2B5EF4-FFF2-40B4-BE49-F238E27FC236}">
                      <a16:creationId xmlns:a16="http://schemas.microsoft.com/office/drawing/2014/main" id="{58E0037C-7932-4788-ADA9-47256329EEB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39" name="Freeform 19">
                  <a:extLst>
                    <a:ext uri="{FF2B5EF4-FFF2-40B4-BE49-F238E27FC236}">
                      <a16:creationId xmlns:a16="http://schemas.microsoft.com/office/drawing/2014/main" id="{B78F413E-1D51-491F-A6EC-02810949F83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40" name="Freeform 20">
                  <a:extLst>
                    <a:ext uri="{FF2B5EF4-FFF2-40B4-BE49-F238E27FC236}">
                      <a16:creationId xmlns:a16="http://schemas.microsoft.com/office/drawing/2014/main" id="{28D425C4-CE02-4413-BBE1-2E9FA0CC0E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  <p:grpSp>
            <p:nvGrpSpPr>
              <p:cNvPr id="35" name="组合 34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grpFill/>
            </p:grpSpPr>
            <p:sp>
              <p:nvSpPr>
                <p:cNvPr id="36" name="Freeform 11">
                  <a:extLst>
                    <a:ext uri="{FF2B5EF4-FFF2-40B4-BE49-F238E27FC236}">
                      <a16:creationId xmlns:a16="http://schemas.microsoft.com/office/drawing/2014/main" id="{9E7CBDC3-9BA0-4307-8967-3267E5966ED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37" name="Freeform 12">
                  <a:extLst>
                    <a:ext uri="{FF2B5EF4-FFF2-40B4-BE49-F238E27FC236}">
                      <a16:creationId xmlns:a16="http://schemas.microsoft.com/office/drawing/2014/main" id="{D88D9717-3185-4A77-8E18-2A8659D441F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982998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4CB0701-0095-44C1-897A-90A78522BC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9E43816-1AC0-440C-888B-15EA131F92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98E1D2E-27E0-4AAE-9E30-85912CD213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83F85-9098-49A3-89AA-CC357899024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DA3D9F9-CEB9-4D15-BBDB-526D8A6D0E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64E8644-54BC-4A50-943D-1D8904FE9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A41C5-BFB5-4C8E-8FD3-75DBDF75B5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77780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目录样式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567"/>
            <a:ext cx="5022689" cy="6857433"/>
          </a:xfrm>
          <a:prstGeom prst="rect">
            <a:avLst/>
          </a:prstGeom>
        </p:spPr>
      </p:pic>
      <p:sp>
        <p:nvSpPr>
          <p:cNvPr id="3" name="矩形 白1">
            <a:extLst>
              <a:ext uri="{FF2B5EF4-FFF2-40B4-BE49-F238E27FC236}">
                <a16:creationId xmlns:a16="http://schemas.microsoft.com/office/drawing/2014/main" id="{7A935A22-FEEB-4B78-9916-163644E822AB}"/>
              </a:ext>
            </a:extLst>
          </p:cNvPr>
          <p:cNvSpPr/>
          <p:nvPr userDrawn="1"/>
        </p:nvSpPr>
        <p:spPr>
          <a:xfrm rot="5400000">
            <a:off x="-917658" y="918223"/>
            <a:ext cx="6858002" cy="5022690"/>
          </a:xfrm>
          <a:prstGeom prst="rect">
            <a:avLst/>
          </a:prstGeom>
          <a:gradFill flip="none" rotWithShape="1">
            <a:gsLst>
              <a:gs pos="50000">
                <a:schemeClr val="bg1">
                  <a:alpha val="50000"/>
                </a:schemeClr>
              </a:gs>
              <a:gs pos="0">
                <a:schemeClr val="bg1"/>
              </a:gs>
              <a:gs pos="100000">
                <a:srgbClr val="FFFFFF">
                  <a:alpha val="0"/>
                </a:srgb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550719218"/>
      </p:ext>
    </p:extLst>
  </p:cSld>
  <p:clrMapOvr>
    <a:masterClrMapping/>
  </p:clrMapOvr>
  <p:transition spd="med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4CB0701-0095-44C1-897A-90A78522BC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9E43816-1AC0-440C-888B-15EA131F92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98E1D2E-27E0-4AAE-9E30-85912CD213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83F85-9098-49A3-89AA-CC357899024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DA3D9F9-CEB9-4D15-BBDB-526D8A6D0E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64E8644-54BC-4A50-943D-1D8904FE9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A41C5-BFB5-4C8E-8FD3-75DBDF75B5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05397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07D9317-7C4B-477D-9FCD-CD5482370328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2025/11/14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C0B3BC9-7090-482A-AB63-1945A9C9F1E4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536000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</p:sldLayoutIdLst>
  <p:transition spd="med">
    <p:fade/>
  </p:transition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07D9317-7C4B-477D-9FCD-CD5482370328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2025/11/14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C0B3BC9-7090-482A-AB63-1945A9C9F1E4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408522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9" r:id="rId3"/>
  </p:sldLayoutIdLst>
  <p:transition spd="med">
    <p:fade/>
  </p:transition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07D9317-7C4B-477D-9FCD-CD5482370328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2025/11/14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C0B3BC9-7090-482A-AB63-1945A9C9F1E4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758488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</p:sldLayoutIdLst>
  <p:transition spd="med">
    <p:fade/>
  </p:transition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slide" Target="slide19.xml"/><Relationship Id="rId7" Type="http://schemas.openxmlformats.org/officeDocument/2006/relationships/slide" Target="slide24.xm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11" Type="http://schemas.openxmlformats.org/officeDocument/2006/relationships/slide" Target="slide31.xml"/><Relationship Id="rId5" Type="http://schemas.openxmlformats.org/officeDocument/2006/relationships/slide" Target="slide21.xml"/><Relationship Id="rId10" Type="http://schemas.openxmlformats.org/officeDocument/2006/relationships/image" Target="../media/image13.png"/><Relationship Id="rId4" Type="http://schemas.openxmlformats.org/officeDocument/2006/relationships/image" Target="../media/image10.png"/><Relationship Id="rId9" Type="http://schemas.openxmlformats.org/officeDocument/2006/relationships/slide" Target="slide2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slide" Target="slide47.xml"/><Relationship Id="rId3" Type="http://schemas.openxmlformats.org/officeDocument/2006/relationships/slide" Target="slide33.xml"/><Relationship Id="rId7" Type="http://schemas.openxmlformats.org/officeDocument/2006/relationships/slide" Target="slide39.xml"/><Relationship Id="rId12" Type="http://schemas.openxmlformats.org/officeDocument/2006/relationships/image" Target="../media/image19.png"/><Relationship Id="rId17" Type="http://schemas.openxmlformats.org/officeDocument/2006/relationships/slide" Target="slide53.xml"/><Relationship Id="rId2" Type="http://schemas.openxmlformats.org/officeDocument/2006/relationships/image" Target="../media/image14.png"/><Relationship Id="rId16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11" Type="http://schemas.openxmlformats.org/officeDocument/2006/relationships/slide" Target="slide44.xml"/><Relationship Id="rId5" Type="http://schemas.openxmlformats.org/officeDocument/2006/relationships/slide" Target="slide36.xml"/><Relationship Id="rId15" Type="http://schemas.openxmlformats.org/officeDocument/2006/relationships/slide" Target="slide50.xml"/><Relationship Id="rId10" Type="http://schemas.openxmlformats.org/officeDocument/2006/relationships/image" Target="../media/image18.png"/><Relationship Id="rId4" Type="http://schemas.openxmlformats.org/officeDocument/2006/relationships/image" Target="../media/image15.png"/><Relationship Id="rId9" Type="http://schemas.openxmlformats.org/officeDocument/2006/relationships/slide" Target="slide42.xml"/><Relationship Id="rId14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5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5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4AB33B51-F766-4E52-A432-713A7BA5782E}"/>
              </a:ext>
            </a:extLst>
          </p:cNvPr>
          <p:cNvCxnSpPr>
            <a:cxnSpLocks/>
          </p:cNvCxnSpPr>
          <p:nvPr/>
        </p:nvCxnSpPr>
        <p:spPr>
          <a:xfrm flipH="1">
            <a:off x="660400" y="4042946"/>
            <a:ext cx="7287114" cy="0"/>
          </a:xfrm>
          <a:prstGeom prst="line">
            <a:avLst/>
          </a:prstGeom>
          <a:ln w="9525" cmpd="sng">
            <a:gradFill>
              <a:gsLst>
                <a:gs pos="11000">
                  <a:schemeClr val="accent1">
                    <a:lumMod val="5000"/>
                    <a:lumOff val="95000"/>
                    <a:alpha val="0"/>
                  </a:schemeClr>
                </a:gs>
                <a:gs pos="100000">
                  <a:schemeClr val="bg1">
                    <a:alpha val="81000"/>
                  </a:schemeClr>
                </a:gs>
              </a:gsLst>
              <a:lin ang="0" scaled="0"/>
            </a:gra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user-avatar-profile_70039">
            <a:extLst>
              <a:ext uri="{FF2B5EF4-FFF2-40B4-BE49-F238E27FC236}">
                <a16:creationId xmlns:a16="http://schemas.microsoft.com/office/drawing/2014/main" id="{1EA20FEF-4221-46B5-8983-6249249C5BC1}"/>
              </a:ext>
            </a:extLst>
          </p:cNvPr>
          <p:cNvSpPr>
            <a:spLocks noChangeAspect="1"/>
          </p:cNvSpPr>
          <p:nvPr/>
        </p:nvSpPr>
        <p:spPr bwMode="auto">
          <a:xfrm>
            <a:off x="660400" y="4589511"/>
            <a:ext cx="324453" cy="324000"/>
          </a:xfrm>
          <a:custGeom>
            <a:avLst/>
            <a:gdLst>
              <a:gd name="connsiteX0" fmla="*/ 203130 w 605451"/>
              <a:gd name="connsiteY0" fmla="*/ 345841 h 604605"/>
              <a:gd name="connsiteX1" fmla="*/ 302807 w 605451"/>
              <a:gd name="connsiteY1" fmla="*/ 396386 h 604605"/>
              <a:gd name="connsiteX2" fmla="*/ 402301 w 605451"/>
              <a:gd name="connsiteY2" fmla="*/ 345933 h 604605"/>
              <a:gd name="connsiteX3" fmla="*/ 450630 w 605451"/>
              <a:gd name="connsiteY3" fmla="*/ 394101 h 604605"/>
              <a:gd name="connsiteX4" fmla="*/ 469119 w 605451"/>
              <a:gd name="connsiteY4" fmla="*/ 433038 h 604605"/>
              <a:gd name="connsiteX5" fmla="*/ 302807 w 605451"/>
              <a:gd name="connsiteY5" fmla="*/ 513928 h 604605"/>
              <a:gd name="connsiteX6" fmla="*/ 136403 w 605451"/>
              <a:gd name="connsiteY6" fmla="*/ 432947 h 604605"/>
              <a:gd name="connsiteX7" fmla="*/ 154893 w 605451"/>
              <a:gd name="connsiteY7" fmla="*/ 394101 h 604605"/>
              <a:gd name="connsiteX8" fmla="*/ 203130 w 605451"/>
              <a:gd name="connsiteY8" fmla="*/ 345841 h 604605"/>
              <a:gd name="connsiteX9" fmla="*/ 302771 w 605451"/>
              <a:gd name="connsiteY9" fmla="*/ 170278 h 604605"/>
              <a:gd name="connsiteX10" fmla="*/ 240548 w 605451"/>
              <a:gd name="connsiteY10" fmla="*/ 248130 h 604605"/>
              <a:gd name="connsiteX11" fmla="*/ 302771 w 605451"/>
              <a:gd name="connsiteY11" fmla="*/ 325798 h 604605"/>
              <a:gd name="connsiteX12" fmla="*/ 364903 w 605451"/>
              <a:gd name="connsiteY12" fmla="*/ 248130 h 604605"/>
              <a:gd name="connsiteX13" fmla="*/ 302771 w 605451"/>
              <a:gd name="connsiteY13" fmla="*/ 170278 h 604605"/>
              <a:gd name="connsiteX14" fmla="*/ 302771 w 605451"/>
              <a:gd name="connsiteY14" fmla="*/ 129982 h 604605"/>
              <a:gd name="connsiteX15" fmla="*/ 405257 w 605451"/>
              <a:gd name="connsiteY15" fmla="*/ 248130 h 604605"/>
              <a:gd name="connsiteX16" fmla="*/ 302771 w 605451"/>
              <a:gd name="connsiteY16" fmla="*/ 366094 h 604605"/>
              <a:gd name="connsiteX17" fmla="*/ 200194 w 605451"/>
              <a:gd name="connsiteY17" fmla="*/ 248130 h 604605"/>
              <a:gd name="connsiteX18" fmla="*/ 302771 w 605451"/>
              <a:gd name="connsiteY18" fmla="*/ 129982 h 604605"/>
              <a:gd name="connsiteX19" fmla="*/ 302771 w 605451"/>
              <a:gd name="connsiteY19" fmla="*/ 60415 h 604605"/>
              <a:gd name="connsiteX20" fmla="*/ 60591 w 605451"/>
              <a:gd name="connsiteY20" fmla="*/ 302348 h 604605"/>
              <a:gd name="connsiteX21" fmla="*/ 302771 w 605451"/>
              <a:gd name="connsiteY21" fmla="*/ 544190 h 604605"/>
              <a:gd name="connsiteX22" fmla="*/ 544952 w 605451"/>
              <a:gd name="connsiteY22" fmla="*/ 302348 h 604605"/>
              <a:gd name="connsiteX23" fmla="*/ 302771 w 605451"/>
              <a:gd name="connsiteY23" fmla="*/ 60415 h 604605"/>
              <a:gd name="connsiteX24" fmla="*/ 302771 w 605451"/>
              <a:gd name="connsiteY24" fmla="*/ 0 h 604605"/>
              <a:gd name="connsiteX25" fmla="*/ 605451 w 605451"/>
              <a:gd name="connsiteY25" fmla="*/ 302348 h 604605"/>
              <a:gd name="connsiteX26" fmla="*/ 302771 w 605451"/>
              <a:gd name="connsiteY26" fmla="*/ 604605 h 604605"/>
              <a:gd name="connsiteX27" fmla="*/ 0 w 605451"/>
              <a:gd name="connsiteY27" fmla="*/ 302348 h 604605"/>
              <a:gd name="connsiteX28" fmla="*/ 302771 w 605451"/>
              <a:gd name="connsiteY28" fmla="*/ 0 h 6046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605451" h="604605">
                <a:moveTo>
                  <a:pt x="203130" y="345841"/>
                </a:moveTo>
                <a:cubicBezTo>
                  <a:pt x="227568" y="376735"/>
                  <a:pt x="263082" y="396386"/>
                  <a:pt x="302807" y="396386"/>
                </a:cubicBezTo>
                <a:cubicBezTo>
                  <a:pt x="342440" y="396386"/>
                  <a:pt x="378046" y="376735"/>
                  <a:pt x="402301" y="345933"/>
                </a:cubicBezTo>
                <a:cubicBezTo>
                  <a:pt x="423079" y="355895"/>
                  <a:pt x="440378" y="372530"/>
                  <a:pt x="450630" y="394101"/>
                </a:cubicBezTo>
                <a:lnTo>
                  <a:pt x="469119" y="433038"/>
                </a:lnTo>
                <a:cubicBezTo>
                  <a:pt x="430310" y="482212"/>
                  <a:pt x="370174" y="513928"/>
                  <a:pt x="302807" y="513928"/>
                </a:cubicBezTo>
                <a:cubicBezTo>
                  <a:pt x="235257" y="513928"/>
                  <a:pt x="175212" y="482212"/>
                  <a:pt x="136403" y="432947"/>
                </a:cubicBezTo>
                <a:lnTo>
                  <a:pt x="154893" y="394101"/>
                </a:lnTo>
                <a:cubicBezTo>
                  <a:pt x="165144" y="372530"/>
                  <a:pt x="182443" y="355804"/>
                  <a:pt x="203130" y="345841"/>
                </a:cubicBezTo>
                <a:close/>
                <a:moveTo>
                  <a:pt x="302771" y="170278"/>
                </a:moveTo>
                <a:cubicBezTo>
                  <a:pt x="268457" y="170278"/>
                  <a:pt x="240548" y="205184"/>
                  <a:pt x="240548" y="248130"/>
                </a:cubicBezTo>
                <a:cubicBezTo>
                  <a:pt x="240548" y="290984"/>
                  <a:pt x="268457" y="325798"/>
                  <a:pt x="302771" y="325798"/>
                </a:cubicBezTo>
                <a:cubicBezTo>
                  <a:pt x="336994" y="325798"/>
                  <a:pt x="364903" y="290984"/>
                  <a:pt x="364903" y="248130"/>
                </a:cubicBezTo>
                <a:cubicBezTo>
                  <a:pt x="364903" y="205184"/>
                  <a:pt x="336994" y="170278"/>
                  <a:pt x="302771" y="170278"/>
                </a:cubicBezTo>
                <a:close/>
                <a:moveTo>
                  <a:pt x="302771" y="129982"/>
                </a:moveTo>
                <a:cubicBezTo>
                  <a:pt x="359230" y="129982"/>
                  <a:pt x="405257" y="182980"/>
                  <a:pt x="405257" y="248130"/>
                </a:cubicBezTo>
                <a:cubicBezTo>
                  <a:pt x="405257" y="313188"/>
                  <a:pt x="359230" y="366094"/>
                  <a:pt x="302771" y="366094"/>
                </a:cubicBezTo>
                <a:cubicBezTo>
                  <a:pt x="246221" y="366094"/>
                  <a:pt x="200194" y="313188"/>
                  <a:pt x="200194" y="248130"/>
                </a:cubicBezTo>
                <a:cubicBezTo>
                  <a:pt x="200194" y="182980"/>
                  <a:pt x="246221" y="129982"/>
                  <a:pt x="302771" y="129982"/>
                </a:cubicBezTo>
                <a:close/>
                <a:moveTo>
                  <a:pt x="302771" y="60415"/>
                </a:moveTo>
                <a:cubicBezTo>
                  <a:pt x="169142" y="60415"/>
                  <a:pt x="60591" y="168997"/>
                  <a:pt x="60591" y="302348"/>
                </a:cubicBezTo>
                <a:cubicBezTo>
                  <a:pt x="60591" y="435700"/>
                  <a:pt x="169142" y="544190"/>
                  <a:pt x="302771" y="544190"/>
                </a:cubicBezTo>
                <a:cubicBezTo>
                  <a:pt x="436309" y="544190"/>
                  <a:pt x="544952" y="435700"/>
                  <a:pt x="544952" y="302348"/>
                </a:cubicBezTo>
                <a:cubicBezTo>
                  <a:pt x="544952" y="168997"/>
                  <a:pt x="436309" y="60415"/>
                  <a:pt x="302771" y="60415"/>
                </a:cubicBezTo>
                <a:close/>
                <a:moveTo>
                  <a:pt x="302771" y="0"/>
                </a:moveTo>
                <a:cubicBezTo>
                  <a:pt x="469717" y="0"/>
                  <a:pt x="605451" y="135636"/>
                  <a:pt x="605451" y="302348"/>
                </a:cubicBezTo>
                <a:cubicBezTo>
                  <a:pt x="605451" y="468969"/>
                  <a:pt x="469717" y="604605"/>
                  <a:pt x="302771" y="604605"/>
                </a:cubicBezTo>
                <a:cubicBezTo>
                  <a:pt x="135826" y="604605"/>
                  <a:pt x="0" y="468969"/>
                  <a:pt x="0" y="302348"/>
                </a:cubicBezTo>
                <a:cubicBezTo>
                  <a:pt x="0" y="135636"/>
                  <a:pt x="135826" y="0"/>
                  <a:pt x="30277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FE6BB7A1-C915-4625-AF26-BA1B1509A163}"/>
              </a:ext>
            </a:extLst>
          </p:cNvPr>
          <p:cNvSpPr txBox="1"/>
          <p:nvPr/>
        </p:nvSpPr>
        <p:spPr>
          <a:xfrm>
            <a:off x="1149487" y="4599386"/>
            <a:ext cx="3714570" cy="3042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pc="300" dirty="0">
                <a:solidFill>
                  <a:prstClr val="white">
                    <a:alpha val="90000"/>
                  </a:prstClr>
                </a:solidFill>
                <a:latin typeface="微软雅黑"/>
                <a:ea typeface="微软雅黑" panose="020B0503020204020204" pitchFamily="34" charset="-122"/>
              </a:rPr>
              <a:t>报告</a:t>
            </a:r>
            <a:r>
              <a:rPr kumimoji="0" lang="zh-CN" altLang="en-US" sz="1800" b="0" i="0" u="none" strike="noStrike" kern="1200" cap="none" spc="300" normalizeH="0" baseline="0" noProof="0" dirty="0">
                <a:ln>
                  <a:noFill/>
                </a:ln>
                <a:solidFill>
                  <a:prstClr val="white">
                    <a:alpha val="90000"/>
                  </a:prstClr>
                </a:solidFill>
                <a:effectLst/>
                <a:uLnTx/>
                <a:uFillTx/>
                <a:latin typeface="微软雅黑"/>
                <a:ea typeface="微软雅黑" panose="020B0503020204020204" pitchFamily="34" charset="-122"/>
                <a:cs typeface="+mn-cs"/>
              </a:rPr>
              <a:t>人：</a:t>
            </a:r>
            <a:r>
              <a:rPr lang="zh-CN" altLang="en-US" spc="300" dirty="0">
                <a:solidFill>
                  <a:prstClr val="white">
                    <a:alpha val="90000"/>
                  </a:prstClr>
                </a:solidFill>
                <a:latin typeface="微软雅黑"/>
                <a:ea typeface="微软雅黑" panose="020B0503020204020204" pitchFamily="34" charset="-122"/>
              </a:rPr>
              <a:t>丘绎楦</a:t>
            </a:r>
            <a:endParaRPr kumimoji="0" lang="zh-CN" altLang="en-US" sz="1800" b="0" i="0" u="none" strike="noStrike" kern="1200" cap="none" spc="300" normalizeH="0" baseline="0" noProof="0" dirty="0">
              <a:ln>
                <a:noFill/>
              </a:ln>
              <a:solidFill>
                <a:prstClr val="white">
                  <a:alpha val="90000"/>
                </a:prstClr>
              </a:solidFill>
              <a:effectLst/>
              <a:uLnTx/>
              <a:uFillTx/>
              <a:latin typeface="微软雅黑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A5B82B07-BE7E-45C0-80DE-43A55E3A70ED}"/>
              </a:ext>
            </a:extLst>
          </p:cNvPr>
          <p:cNvSpPr txBox="1"/>
          <p:nvPr/>
        </p:nvSpPr>
        <p:spPr>
          <a:xfrm>
            <a:off x="660400" y="2448404"/>
            <a:ext cx="8325852" cy="94487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6000" b="1" spc="300" dirty="0">
                <a:solidFill>
                  <a:prstClr val="white"/>
                </a:solidFill>
                <a:latin typeface="微软雅黑"/>
                <a:ea typeface="微软雅黑"/>
              </a:rPr>
              <a:t>卓越工程中期报告</a:t>
            </a:r>
            <a:endParaRPr kumimoji="0" lang="zh-CN" altLang="en-US" sz="6000" b="1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3DED47B-2718-47BE-AC2B-73D824E88267}"/>
              </a:ext>
            </a:extLst>
          </p:cNvPr>
          <p:cNvSpPr txBox="1"/>
          <p:nvPr/>
        </p:nvSpPr>
        <p:spPr>
          <a:xfrm>
            <a:off x="1149487" y="5381515"/>
            <a:ext cx="3714570" cy="3042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pc="300" dirty="0">
                <a:solidFill>
                  <a:prstClr val="white">
                    <a:alpha val="90000"/>
                  </a:prstClr>
                </a:solidFill>
                <a:latin typeface="微软雅黑"/>
                <a:ea typeface="微软雅黑" panose="020B0503020204020204" pitchFamily="34" charset="-122"/>
              </a:rPr>
              <a:t>2025-11-14</a:t>
            </a:r>
            <a:endParaRPr kumimoji="0" lang="zh-CN" altLang="en-US" sz="1800" b="0" i="0" u="none" strike="noStrike" kern="1200" cap="none" spc="300" normalizeH="0" baseline="0" noProof="0" dirty="0">
              <a:ln>
                <a:noFill/>
              </a:ln>
              <a:solidFill>
                <a:prstClr val="white">
                  <a:alpha val="90000"/>
                </a:prstClr>
              </a:solidFill>
              <a:effectLst/>
              <a:uLnTx/>
              <a:uFillTx/>
              <a:latin typeface="微软雅黑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10682688"/>
      </p:ext>
    </p:extLst>
  </p:cSld>
  <p:clrMapOvr>
    <a:masterClrMapping/>
  </p:clrMapOvr>
  <p:transition spd="med">
    <p:pull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矩形 34">
            <a:extLst>
              <a:ext uri="{FF2B5EF4-FFF2-40B4-BE49-F238E27FC236}">
                <a16:creationId xmlns:a16="http://schemas.microsoft.com/office/drawing/2014/main" id="{234987F0-E0CB-448B-93C2-1AED92645BA7}"/>
              </a:ext>
            </a:extLst>
          </p:cNvPr>
          <p:cNvSpPr/>
          <p:nvPr/>
        </p:nvSpPr>
        <p:spPr bwMode="auto">
          <a:xfrm>
            <a:off x="3262558" y="112345"/>
            <a:ext cx="952500" cy="1446212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8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微软雅黑"/>
              <a:ea typeface="微软雅黑"/>
              <a:cs typeface="+mn-ea"/>
              <a:sym typeface="+mn-lt"/>
            </a:endParaRPr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B7792EE0-0A94-4B1A-89B0-B8AEF3BFFF8B}"/>
              </a:ext>
            </a:extLst>
          </p:cNvPr>
          <p:cNvSpPr txBox="1"/>
          <p:nvPr/>
        </p:nvSpPr>
        <p:spPr bwMode="auto">
          <a:xfrm>
            <a:off x="5335437" y="844409"/>
            <a:ext cx="861774" cy="5243358"/>
          </a:xfrm>
          <a:prstGeom prst="rect">
            <a:avLst/>
          </a:prstGeom>
          <a:noFill/>
        </p:spPr>
        <p:txBody>
          <a:bodyPr vert="eaVert"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400" b="1" i="0" u="none" strike="noStrike" kern="1200" cap="none" spc="200" normalizeH="0" baseline="0" noProof="0" dirty="0">
                <a:ln>
                  <a:noFill/>
                </a:ln>
                <a:solidFill>
                  <a:srgbClr val="006C39"/>
                </a:solidFill>
                <a:effectLst/>
                <a:uLnTx/>
                <a:uFillTx/>
                <a:latin typeface="微软雅黑"/>
                <a:ea typeface="微软雅黑"/>
                <a:cs typeface="+mn-ea"/>
                <a:sym typeface="+mn-lt"/>
              </a:rPr>
              <a:t>目录 </a:t>
            </a:r>
            <a:r>
              <a:rPr kumimoji="0" lang="en-US" altLang="zh-CN" sz="4400" b="1" i="0" u="none" strike="noStrike" kern="1200" cap="none" spc="200" normalizeH="0" baseline="0" noProof="0" dirty="0">
                <a:ln>
                  <a:noFill/>
                </a:ln>
                <a:solidFill>
                  <a:srgbClr val="006C39"/>
                </a:solidFill>
                <a:effectLst/>
                <a:uLnTx/>
                <a:uFillTx/>
                <a:latin typeface="微软雅黑"/>
                <a:ea typeface="微软雅黑"/>
                <a:cs typeface="+mn-ea"/>
                <a:sym typeface="+mn-lt"/>
              </a:rPr>
              <a:t>| </a:t>
            </a:r>
            <a:r>
              <a:rPr kumimoji="0" lang="en-US" altLang="zh-CN" sz="4400" b="1" i="0" u="none" strike="noStrike" kern="1200" cap="none" spc="2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ea"/>
                <a:sym typeface="+mn-lt"/>
              </a:rPr>
              <a:t>CONTENTS</a:t>
            </a:r>
          </a:p>
        </p:txBody>
      </p:sp>
      <p:grpSp>
        <p:nvGrpSpPr>
          <p:cNvPr id="2" name="组合 1"/>
          <p:cNvGrpSpPr/>
          <p:nvPr/>
        </p:nvGrpSpPr>
        <p:grpSpPr>
          <a:xfrm>
            <a:off x="7192665" y="1070567"/>
            <a:ext cx="3392601" cy="3729893"/>
            <a:chOff x="6597449" y="1148208"/>
            <a:chExt cx="3392601" cy="3729893"/>
          </a:xfrm>
        </p:grpSpPr>
        <p:grpSp>
          <p:nvGrpSpPr>
            <p:cNvPr id="3" name="组合 2"/>
            <p:cNvGrpSpPr/>
            <p:nvPr/>
          </p:nvGrpSpPr>
          <p:grpSpPr>
            <a:xfrm>
              <a:off x="6597449" y="1148208"/>
              <a:ext cx="3033528" cy="1608802"/>
              <a:chOff x="5855427" y="1647453"/>
              <a:chExt cx="3033528" cy="1608802"/>
            </a:xfrm>
          </p:grpSpPr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41B256AE-680D-4CCC-B51F-B69BF45F0365}"/>
                  </a:ext>
                </a:extLst>
              </p:cNvPr>
              <p:cNvSpPr txBox="1"/>
              <p:nvPr/>
            </p:nvSpPr>
            <p:spPr>
              <a:xfrm>
                <a:off x="6549853" y="2733035"/>
                <a:ext cx="2339102" cy="52322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  <a:sym typeface="+mn-lt"/>
                  </a:rPr>
                  <a:t>项目主要流程</a:t>
                </a:r>
              </a:p>
            </p:txBody>
          </p:sp>
          <p:sp>
            <p:nvSpPr>
              <p:cNvPr id="33" name="椭圆 32">
                <a:extLst>
                  <a:ext uri="{FF2B5EF4-FFF2-40B4-BE49-F238E27FC236}">
                    <a16:creationId xmlns:a16="http://schemas.microsoft.com/office/drawing/2014/main" id="{4CD969C8-E62F-446D-85AA-293C5C9F7396}"/>
                  </a:ext>
                </a:extLst>
              </p:cNvPr>
              <p:cNvSpPr/>
              <p:nvPr/>
            </p:nvSpPr>
            <p:spPr>
              <a:xfrm>
                <a:off x="5855427" y="1647453"/>
                <a:ext cx="620712" cy="620713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32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rPr>
                  <a:t>1</a:t>
                </a:r>
                <a:endParaRPr kumimoji="0" lang="zh-CN" altLang="en-US" sz="3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entury Gothic" panose="020B0502020202020204" pitchFamily="34" charset="0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grpSp>
          <p:nvGrpSpPr>
            <p:cNvPr id="71" name="组合 70"/>
            <p:cNvGrpSpPr/>
            <p:nvPr/>
          </p:nvGrpSpPr>
          <p:grpSpPr>
            <a:xfrm>
              <a:off x="6597449" y="2185044"/>
              <a:ext cx="3392601" cy="1608138"/>
              <a:chOff x="5855427" y="1647453"/>
              <a:chExt cx="3392601" cy="1608138"/>
            </a:xfrm>
          </p:grpSpPr>
          <p:sp>
            <p:nvSpPr>
              <p:cNvPr id="72" name="文本框 71">
                <a:extLst>
                  <a:ext uri="{FF2B5EF4-FFF2-40B4-BE49-F238E27FC236}">
                    <a16:creationId xmlns:a16="http://schemas.microsoft.com/office/drawing/2014/main" id="{41B256AE-680D-4CCC-B51F-B69BF45F0365}"/>
                  </a:ext>
                </a:extLst>
              </p:cNvPr>
              <p:cNvSpPr txBox="1"/>
              <p:nvPr/>
            </p:nvSpPr>
            <p:spPr>
              <a:xfrm>
                <a:off x="6549853" y="2732371"/>
                <a:ext cx="2698175" cy="52322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  <a:sym typeface="+mn-lt"/>
                  </a:rPr>
                  <a:t>各部门需求模块</a:t>
                </a:r>
              </a:p>
            </p:txBody>
          </p:sp>
          <p:sp>
            <p:nvSpPr>
              <p:cNvPr id="73" name="椭圆 72">
                <a:extLst>
                  <a:ext uri="{FF2B5EF4-FFF2-40B4-BE49-F238E27FC236}">
                    <a16:creationId xmlns:a16="http://schemas.microsoft.com/office/drawing/2014/main" id="{4CD969C8-E62F-446D-85AA-293C5C9F7396}"/>
                  </a:ext>
                </a:extLst>
              </p:cNvPr>
              <p:cNvSpPr/>
              <p:nvPr/>
            </p:nvSpPr>
            <p:spPr>
              <a:xfrm>
                <a:off x="5855427" y="1647453"/>
                <a:ext cx="620712" cy="620713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32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rPr>
                  <a:t>2</a:t>
                </a:r>
                <a:endParaRPr kumimoji="0" lang="zh-CN" altLang="en-US" sz="3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entury Gothic" panose="020B0502020202020204" pitchFamily="34" charset="0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grpSp>
          <p:nvGrpSpPr>
            <p:cNvPr id="75" name="组合 74"/>
            <p:cNvGrpSpPr/>
            <p:nvPr/>
          </p:nvGrpSpPr>
          <p:grpSpPr>
            <a:xfrm>
              <a:off x="6597449" y="1240899"/>
              <a:ext cx="3033528" cy="2601030"/>
              <a:chOff x="5855427" y="-332864"/>
              <a:chExt cx="3033528" cy="2601030"/>
            </a:xfrm>
          </p:grpSpPr>
          <p:sp>
            <p:nvSpPr>
              <p:cNvPr id="76" name="文本框 75">
                <a:extLst>
                  <a:ext uri="{FF2B5EF4-FFF2-40B4-BE49-F238E27FC236}">
                    <a16:creationId xmlns:a16="http://schemas.microsoft.com/office/drawing/2014/main" id="{41B256AE-680D-4CCC-B51F-B69BF45F0365}"/>
                  </a:ext>
                </a:extLst>
              </p:cNvPr>
              <p:cNvSpPr txBox="1"/>
              <p:nvPr/>
            </p:nvSpPr>
            <p:spPr>
              <a:xfrm>
                <a:off x="6549853" y="-332864"/>
                <a:ext cx="2339102" cy="52322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  <a:sym typeface="+mn-lt"/>
                  </a:rPr>
                  <a:t>项目进展情况</a:t>
                </a:r>
              </a:p>
            </p:txBody>
          </p:sp>
          <p:sp>
            <p:nvSpPr>
              <p:cNvPr id="77" name="椭圆 76">
                <a:extLst>
                  <a:ext uri="{FF2B5EF4-FFF2-40B4-BE49-F238E27FC236}">
                    <a16:creationId xmlns:a16="http://schemas.microsoft.com/office/drawing/2014/main" id="{4CD969C8-E62F-446D-85AA-293C5C9F7396}"/>
                  </a:ext>
                </a:extLst>
              </p:cNvPr>
              <p:cNvSpPr/>
              <p:nvPr/>
            </p:nvSpPr>
            <p:spPr>
              <a:xfrm>
                <a:off x="5855427" y="1647453"/>
                <a:ext cx="620712" cy="620713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32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rPr>
                  <a:t>3</a:t>
                </a:r>
                <a:endParaRPr kumimoji="0" lang="zh-CN" altLang="en-US" sz="3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entury Gothic" panose="020B0502020202020204" pitchFamily="34" charset="0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grpSp>
          <p:nvGrpSpPr>
            <p:cNvPr id="79" name="组合 78"/>
            <p:cNvGrpSpPr/>
            <p:nvPr/>
          </p:nvGrpSpPr>
          <p:grpSpPr>
            <a:xfrm>
              <a:off x="6597449" y="4257388"/>
              <a:ext cx="2315383" cy="620713"/>
              <a:chOff x="5855427" y="1647453"/>
              <a:chExt cx="2315383" cy="620713"/>
            </a:xfrm>
          </p:grpSpPr>
          <p:sp>
            <p:nvSpPr>
              <p:cNvPr id="80" name="文本框 79">
                <a:extLst>
                  <a:ext uri="{FF2B5EF4-FFF2-40B4-BE49-F238E27FC236}">
                    <a16:creationId xmlns:a16="http://schemas.microsoft.com/office/drawing/2014/main" id="{41B256AE-680D-4CCC-B51F-B69BF45F0365}"/>
                  </a:ext>
                </a:extLst>
              </p:cNvPr>
              <p:cNvSpPr txBox="1"/>
              <p:nvPr/>
            </p:nvSpPr>
            <p:spPr>
              <a:xfrm>
                <a:off x="6549853" y="1696200"/>
                <a:ext cx="1620957" cy="52322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  <a:sym typeface="+mn-lt"/>
                  </a:rPr>
                  <a:t>后续规划</a:t>
                </a:r>
              </a:p>
            </p:txBody>
          </p:sp>
          <p:sp>
            <p:nvSpPr>
              <p:cNvPr id="81" name="椭圆 80">
                <a:extLst>
                  <a:ext uri="{FF2B5EF4-FFF2-40B4-BE49-F238E27FC236}">
                    <a16:creationId xmlns:a16="http://schemas.microsoft.com/office/drawing/2014/main" id="{4CD969C8-E62F-446D-85AA-293C5C9F7396}"/>
                  </a:ext>
                </a:extLst>
              </p:cNvPr>
              <p:cNvSpPr/>
              <p:nvPr/>
            </p:nvSpPr>
            <p:spPr>
              <a:xfrm>
                <a:off x="5855427" y="1647453"/>
                <a:ext cx="620712" cy="620713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32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rPr>
                  <a:t>4</a:t>
                </a:r>
                <a:endParaRPr kumimoji="0" lang="zh-CN" altLang="en-US" sz="3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entury Gothic" panose="020B0502020202020204" pitchFamily="34" charset="0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</p:grpSp>
    </p:spTree>
  </p:cSld>
  <p:clrMapOvr>
    <a:masterClrMapping/>
  </p:clrMapOvr>
  <p:transition spd="med">
    <p:pull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5891815" y="3000270"/>
            <a:ext cx="3916501" cy="857460"/>
            <a:chOff x="5588007" y="1590635"/>
            <a:chExt cx="3916501" cy="857460"/>
          </a:xfrm>
        </p:grpSpPr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41B256AE-680D-4CCC-B51F-B69BF45F0365}"/>
                </a:ext>
              </a:extLst>
            </p:cNvPr>
            <p:cNvSpPr txBox="1"/>
            <p:nvPr/>
          </p:nvSpPr>
          <p:spPr>
            <a:xfrm>
              <a:off x="6549853" y="1696200"/>
              <a:ext cx="2954655" cy="646331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3600" b="1" dirty="0">
                  <a:solidFill>
                    <a:prstClr val="black"/>
                  </a:solidFill>
                  <a:latin typeface="Century Gothic" panose="020B0502020202020204" pitchFamily="34" charset="0"/>
                  <a:ea typeface="微软雅黑" panose="020B0503020204020204" pitchFamily="34" charset="-122"/>
                  <a:sym typeface="+mn-lt"/>
                </a:rPr>
                <a:t>项目进展情况</a:t>
              </a:r>
              <a:endPara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20" name="椭圆 19">
              <a:extLst>
                <a:ext uri="{FF2B5EF4-FFF2-40B4-BE49-F238E27FC236}">
                  <a16:creationId xmlns:a16="http://schemas.microsoft.com/office/drawing/2014/main" id="{4CD969C8-E62F-446D-85AA-293C5C9F7396}"/>
                </a:ext>
              </a:extLst>
            </p:cNvPr>
            <p:cNvSpPr/>
            <p:nvPr/>
          </p:nvSpPr>
          <p:spPr>
            <a:xfrm>
              <a:off x="5588007" y="1590635"/>
              <a:ext cx="857459" cy="85746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4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entury Gothic" panose="020B0502020202020204" pitchFamily="34" charset="0"/>
                  <a:ea typeface="微软雅黑" panose="020B0503020204020204" pitchFamily="34" charset="-122"/>
                  <a:cs typeface="+mn-cs"/>
                </a:rPr>
                <a:t>1</a:t>
              </a:r>
              <a:endPara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 pitchFamily="34" charset="0"/>
                <a:ea typeface="微软雅黑" panose="020B0503020204020204" pitchFamily="34" charset="-122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67670668"/>
      </p:ext>
    </p:extLst>
  </p:cSld>
  <p:clrMapOvr>
    <a:masterClrMapping/>
  </p:clrMapOvr>
  <p:transition spd="med">
    <p:pull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流程图: 存储数据 3">
            <a:extLst>
              <a:ext uri="{FF2B5EF4-FFF2-40B4-BE49-F238E27FC236}">
                <a16:creationId xmlns:a16="http://schemas.microsoft.com/office/drawing/2014/main" id="{AA254E7F-FC5A-4D72-8738-B858DBCFF618}"/>
              </a:ext>
            </a:extLst>
          </p:cNvPr>
          <p:cNvSpPr/>
          <p:nvPr/>
        </p:nvSpPr>
        <p:spPr>
          <a:xfrm>
            <a:off x="-1537856" y="1"/>
            <a:ext cx="9858895" cy="6858000"/>
          </a:xfrm>
          <a:prstGeom prst="flowChartOnlineStorage">
            <a:avLst/>
          </a:prstGeom>
          <a:gradFill flip="none" rotWithShape="1">
            <a:gsLst>
              <a:gs pos="0">
                <a:schemeClr val="tx2">
                  <a:lumMod val="75000"/>
                </a:schemeClr>
              </a:gs>
              <a:gs pos="48000">
                <a:schemeClr val="accent1">
                  <a:lumMod val="20000"/>
                  <a:lumOff val="80000"/>
                </a:schemeClr>
              </a:gs>
              <a:gs pos="100000">
                <a:schemeClr val="accent1">
                  <a:alpha val="0"/>
                  <a:lumMod val="0"/>
                  <a:lumOff val="10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2AC2DE9-5A7F-461B-BE27-78A6ADEDAE0D}"/>
              </a:ext>
            </a:extLst>
          </p:cNvPr>
          <p:cNvSpPr txBox="1"/>
          <p:nvPr/>
        </p:nvSpPr>
        <p:spPr>
          <a:xfrm>
            <a:off x="114992" y="646331"/>
            <a:ext cx="11962015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marR="0" lvl="0" indent="-571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lang="zh-CN" altLang="en-US" dirty="0">
                <a:solidFill>
                  <a:prstClr val="black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阶段一：需求分析（</a:t>
            </a:r>
            <a:r>
              <a:rPr lang="zh-CN" altLang="en-US" dirty="0">
                <a:solidFill>
                  <a:prstClr val="black"/>
                </a:solidFill>
                <a:highlight>
                  <a:srgbClr val="00FF00"/>
                </a:highlight>
                <a:latin typeface="KaiTi" panose="02010609060101010101" pitchFamily="49" charset="-122"/>
                <a:ea typeface="KaiTi" panose="02010609060101010101" pitchFamily="49" charset="-122"/>
              </a:rPr>
              <a:t>已完成</a:t>
            </a:r>
            <a:r>
              <a:rPr lang="zh-CN" altLang="en-US" dirty="0">
                <a:solidFill>
                  <a:prstClr val="black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）</a:t>
            </a:r>
            <a:endParaRPr lang="en-US" altLang="zh-CN" dirty="0">
              <a:solidFill>
                <a:prstClr val="black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marL="1485900" lvl="2" indent="-571500">
              <a:buFont typeface="Wingdings" panose="05000000000000000000" pitchFamily="2" charset="2"/>
              <a:buChar char="Ø"/>
            </a:pPr>
            <a:r>
              <a:rPr lang="zh-CN" altLang="en-US" noProof="0" dirty="0">
                <a:solidFill>
                  <a:prstClr val="black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完成</a:t>
            </a:r>
            <a:r>
              <a:rPr lang="en-US" altLang="zh-CN" dirty="0">
                <a:solidFill>
                  <a:prstClr val="black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《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</a:rPr>
              <a:t>需求规格说明书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</a:rPr>
              <a:t>》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</a:rPr>
              <a:t>设计与编写</a:t>
            </a:r>
            <a:endParaRPr kumimoji="0" lang="en-US" altLang="zh-CN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marL="1485900" lvl="2" indent="-571500">
              <a:buFont typeface="Wingdings" panose="05000000000000000000" pitchFamily="2" charset="2"/>
              <a:buChar char="Ø"/>
            </a:pPr>
            <a:r>
              <a:rPr lang="zh-CN" altLang="en-US" dirty="0">
                <a:solidFill>
                  <a:prstClr val="black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完成项目各个模块的</a:t>
            </a:r>
            <a:r>
              <a:rPr lang="en-US" altLang="zh-CN" dirty="0">
                <a:solidFill>
                  <a:prstClr val="black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《</a:t>
            </a:r>
            <a:r>
              <a:rPr lang="zh-CN" altLang="en-US" dirty="0">
                <a:solidFill>
                  <a:prstClr val="black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用例图</a:t>
            </a:r>
            <a:r>
              <a:rPr lang="en-US" altLang="zh-CN" dirty="0">
                <a:solidFill>
                  <a:prstClr val="black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》《</a:t>
            </a:r>
            <a:r>
              <a:rPr lang="zh-CN" altLang="en-US" dirty="0">
                <a:solidFill>
                  <a:prstClr val="black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时序图</a:t>
            </a:r>
            <a:r>
              <a:rPr lang="en-US" altLang="zh-CN" dirty="0">
                <a:solidFill>
                  <a:prstClr val="black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》《</a:t>
            </a:r>
            <a:r>
              <a:rPr lang="zh-CN" altLang="en-US" dirty="0">
                <a:solidFill>
                  <a:prstClr val="black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状态转换图</a:t>
            </a:r>
            <a:r>
              <a:rPr lang="en-US" altLang="zh-CN" dirty="0">
                <a:solidFill>
                  <a:prstClr val="black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》</a:t>
            </a:r>
            <a:r>
              <a:rPr lang="zh-CN" altLang="en-US" dirty="0">
                <a:solidFill>
                  <a:prstClr val="black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等敏捷开发常用图</a:t>
            </a:r>
            <a:endParaRPr lang="en-US" altLang="zh-CN" dirty="0">
              <a:solidFill>
                <a:prstClr val="black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marL="571500" marR="0" lvl="0" indent="-571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lang="zh-CN" altLang="en-US" dirty="0">
                <a:solidFill>
                  <a:prstClr val="black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阶段二：系统设计（</a:t>
            </a:r>
            <a:r>
              <a:rPr lang="zh-CN" altLang="en-US" dirty="0">
                <a:solidFill>
                  <a:prstClr val="black"/>
                </a:solidFill>
                <a:highlight>
                  <a:srgbClr val="00FF00"/>
                </a:highlight>
                <a:latin typeface="KaiTi" panose="02010609060101010101" pitchFamily="49" charset="-122"/>
                <a:ea typeface="KaiTi" panose="02010609060101010101" pitchFamily="49" charset="-122"/>
              </a:rPr>
              <a:t>已完成</a:t>
            </a:r>
            <a:r>
              <a:rPr lang="zh-CN" altLang="en-US" dirty="0">
                <a:solidFill>
                  <a:prstClr val="black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）</a:t>
            </a:r>
            <a:endParaRPr lang="en-US" altLang="zh-CN" dirty="0">
              <a:solidFill>
                <a:prstClr val="black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marL="1485900" lvl="2" indent="-571500">
              <a:buFont typeface="Wingdings" panose="05000000000000000000" pitchFamily="2" charset="2"/>
              <a:buChar char="Ø"/>
            </a:pP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</a:rPr>
              <a:t>设计与搭建软件的整体架构（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</a:rPr>
              <a:t>vue3 + </a:t>
            </a:r>
            <a:r>
              <a:rPr kumimoji="0" lang="en-US" altLang="zh-CN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</a:rPr>
              <a:t>springboot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</a:rPr>
              <a:t>）</a:t>
            </a:r>
            <a:endParaRPr kumimoji="0" lang="en-US" altLang="zh-CN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marL="1485900" lvl="2" indent="-571500">
              <a:buFont typeface="Wingdings" panose="05000000000000000000" pitchFamily="2" charset="2"/>
              <a:buChar char="Ø"/>
            </a:pPr>
            <a:r>
              <a:rPr lang="zh-CN" altLang="en-US" dirty="0">
                <a:solidFill>
                  <a:prstClr val="black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数据库搭建（</a:t>
            </a:r>
            <a:r>
              <a:rPr lang="en-US" altLang="zh-CN" dirty="0">
                <a:solidFill>
                  <a:prstClr val="black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MySQL</a:t>
            </a:r>
            <a:r>
              <a:rPr lang="zh-CN" altLang="en-US" dirty="0">
                <a:solidFill>
                  <a:prstClr val="black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）</a:t>
            </a:r>
            <a:endParaRPr lang="en-US" altLang="zh-CN" dirty="0">
              <a:solidFill>
                <a:prstClr val="black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marL="1485900" lvl="2" indent="-571500">
              <a:buFont typeface="Wingdings" panose="05000000000000000000" pitchFamily="2" charset="2"/>
              <a:buChar char="Ø"/>
            </a:pPr>
            <a:r>
              <a:rPr lang="zh-CN" altLang="en-US" dirty="0">
                <a:solidFill>
                  <a:prstClr val="black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设计用户界面设计，用户交互设计，整体样式风格</a:t>
            </a:r>
            <a:endParaRPr lang="en-US" altLang="zh-CN" dirty="0">
              <a:solidFill>
                <a:prstClr val="black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marL="1485900" lvl="2" indent="-571500">
              <a:buFont typeface="Wingdings" panose="05000000000000000000" pitchFamily="2" charset="2"/>
              <a:buChar char="Ø"/>
            </a:pPr>
            <a:r>
              <a:rPr lang="zh-CN" altLang="en-US" dirty="0">
                <a:solidFill>
                  <a:prstClr val="black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确定使用的各种第三方技术栈</a:t>
            </a:r>
            <a:endParaRPr lang="en-US" altLang="zh-CN" dirty="0">
              <a:solidFill>
                <a:prstClr val="black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marL="1485900" lvl="2" indent="-571500">
              <a:buFont typeface="Wingdings" panose="05000000000000000000" pitchFamily="2" charset="2"/>
              <a:buChar char="Ø"/>
            </a:pP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</a:rPr>
              <a:t>完成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</a:rPr>
              <a:t>《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</a:rPr>
              <a:t>系统设计文档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</a:rPr>
              <a:t>》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</a:rPr>
              <a:t>（字典设计等等）</a:t>
            </a:r>
            <a:endParaRPr kumimoji="0" lang="en-US" altLang="zh-CN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marL="1485900" lvl="2" indent="-571500">
              <a:buFont typeface="Wingdings" panose="05000000000000000000" pitchFamily="2" charset="2"/>
              <a:buChar char="Ø"/>
            </a:pPr>
            <a:r>
              <a:rPr lang="zh-CN" altLang="en-US" noProof="0" dirty="0">
                <a:solidFill>
                  <a:prstClr val="black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完成</a:t>
            </a:r>
            <a:r>
              <a:rPr lang="en-US" altLang="zh-CN" noProof="0" dirty="0">
                <a:solidFill>
                  <a:prstClr val="black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《</a:t>
            </a:r>
            <a:r>
              <a:rPr lang="zh-CN" altLang="en-US" noProof="0" dirty="0">
                <a:solidFill>
                  <a:prstClr val="black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数据库设计文档</a:t>
            </a:r>
            <a:r>
              <a:rPr lang="en-US" altLang="zh-CN" noProof="0" dirty="0">
                <a:solidFill>
                  <a:prstClr val="black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》</a:t>
            </a:r>
          </a:p>
          <a:p>
            <a:pPr marL="1485900" lvl="2" indent="-571500">
              <a:buFont typeface="Wingdings" panose="05000000000000000000" pitchFamily="2" charset="2"/>
              <a:buChar char="Ø"/>
            </a:pPr>
            <a:r>
              <a:rPr kumimoji="0" lang="zh-CN" altLang="en-US" b="0" i="0" u="none" strike="noStrike" kern="1200" cap="none" spc="0" normalizeH="0" baseline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</a:rPr>
              <a:t>完成</a:t>
            </a:r>
            <a:r>
              <a:rPr kumimoji="0" lang="en-US" altLang="zh-CN" b="0" i="0" u="none" strike="noStrike" kern="1200" cap="none" spc="0" normalizeH="0" baseline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</a:rPr>
              <a:t>《API</a:t>
            </a:r>
            <a:r>
              <a:rPr kumimoji="0" lang="zh-CN" altLang="en-US" b="0" i="0" u="none" strike="noStrike" kern="1200" cap="none" spc="0" normalizeH="0" baseline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</a:rPr>
              <a:t>接口文档</a:t>
            </a:r>
            <a:r>
              <a:rPr kumimoji="0" lang="en-US" altLang="zh-CN" b="0" i="0" u="none" strike="noStrike" kern="1200" cap="none" spc="0" normalizeH="0" baseline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</a:rPr>
              <a:t>》</a:t>
            </a:r>
            <a:endParaRPr kumimoji="0" lang="en-US" altLang="zh-CN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marL="571500" marR="0" lvl="0" indent="-571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lang="zh-CN" altLang="en-US" dirty="0">
                <a:solidFill>
                  <a:prstClr val="black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阶段三：编码实现（</a:t>
            </a:r>
            <a:r>
              <a:rPr lang="zh-CN" altLang="en-US" dirty="0">
                <a:solidFill>
                  <a:prstClr val="black"/>
                </a:solidFill>
                <a:highlight>
                  <a:srgbClr val="FFFF00"/>
                </a:highlight>
                <a:latin typeface="KaiTi" panose="02010609060101010101" pitchFamily="49" charset="-122"/>
                <a:ea typeface="KaiTi" panose="02010609060101010101" pitchFamily="49" charset="-122"/>
              </a:rPr>
              <a:t>进行中 </a:t>
            </a:r>
            <a:r>
              <a:rPr lang="en-US" altLang="zh-CN" dirty="0">
                <a:solidFill>
                  <a:prstClr val="black"/>
                </a:solidFill>
                <a:highlight>
                  <a:srgbClr val="FFFF00"/>
                </a:highlight>
                <a:latin typeface="KaiTi" panose="02010609060101010101" pitchFamily="49" charset="-122"/>
                <a:ea typeface="KaiTi" panose="02010609060101010101" pitchFamily="49" charset="-122"/>
              </a:rPr>
              <a:t>80%</a:t>
            </a:r>
            <a:r>
              <a:rPr lang="zh-CN" altLang="en-US" dirty="0">
                <a:solidFill>
                  <a:prstClr val="black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）</a:t>
            </a:r>
            <a:endParaRPr lang="en-US" altLang="zh-CN" dirty="0">
              <a:solidFill>
                <a:prstClr val="black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marL="1485900" lvl="2" indent="-571500">
              <a:buFont typeface="Wingdings" panose="05000000000000000000" pitchFamily="2" charset="2"/>
              <a:buChar char="Ø"/>
            </a:pPr>
            <a:r>
              <a:rPr lang="zh-CN" altLang="en-US" dirty="0">
                <a:solidFill>
                  <a:prstClr val="black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共同在代码仓库提交各自负责的模块代码</a:t>
            </a:r>
            <a:endParaRPr lang="en-US" altLang="zh-CN" dirty="0">
              <a:solidFill>
                <a:prstClr val="black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marL="1485900" lvl="2" indent="-571500">
              <a:buFont typeface="Wingdings" panose="05000000000000000000" pitchFamily="2" charset="2"/>
              <a:buChar char="Ø"/>
            </a:pP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</a:rPr>
              <a:t>对每个模块进行单元测试</a:t>
            </a:r>
            <a:endParaRPr lang="en-US" altLang="zh-CN" dirty="0">
              <a:solidFill>
                <a:prstClr val="black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marL="571500" indent="-571500">
              <a:buFont typeface="Wingdings" panose="05000000000000000000" pitchFamily="2" charset="2"/>
              <a:buChar char="Ø"/>
            </a:pPr>
            <a:r>
              <a:rPr lang="zh-CN" altLang="en-US" dirty="0">
                <a:solidFill>
                  <a:prstClr val="black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阶段四：测试与质量保证（</a:t>
            </a:r>
            <a:r>
              <a:rPr lang="zh-CN" altLang="en-US" dirty="0">
                <a:solidFill>
                  <a:prstClr val="black"/>
                </a:solidFill>
                <a:highlight>
                  <a:srgbClr val="FFFF00"/>
                </a:highlight>
                <a:latin typeface="KaiTi" panose="02010609060101010101" pitchFamily="49" charset="-122"/>
                <a:ea typeface="KaiTi" panose="02010609060101010101" pitchFamily="49" charset="-122"/>
              </a:rPr>
              <a:t>待开始</a:t>
            </a:r>
            <a:r>
              <a:rPr lang="zh-CN" altLang="en-US" dirty="0">
                <a:solidFill>
                  <a:prstClr val="black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）</a:t>
            </a:r>
            <a:endParaRPr lang="en-US" altLang="zh-CN" dirty="0">
              <a:solidFill>
                <a:prstClr val="black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marL="1485900" lvl="2" indent="-571500">
              <a:buFont typeface="Wingdings" panose="05000000000000000000" pitchFamily="2" charset="2"/>
              <a:buChar char="Ø"/>
            </a:pPr>
            <a:r>
              <a:rPr lang="zh-CN" altLang="en-US" dirty="0">
                <a:solidFill>
                  <a:prstClr val="black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正在编写测试用例</a:t>
            </a:r>
            <a:endParaRPr lang="en-US" altLang="zh-CN" dirty="0">
              <a:solidFill>
                <a:prstClr val="black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marL="1485900" lvl="2" indent="-571500">
              <a:buFont typeface="Wingdings" panose="05000000000000000000" pitchFamily="2" charset="2"/>
              <a:buChar char="Ø"/>
            </a:pPr>
            <a:r>
              <a:rPr lang="zh-CN" altLang="en-US" dirty="0">
                <a:solidFill>
                  <a:prstClr val="black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功能测试、性能测试、安全测试、兼容性测试</a:t>
            </a:r>
            <a:endParaRPr lang="en-US" altLang="zh-CN" dirty="0">
              <a:solidFill>
                <a:prstClr val="black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marL="1485900" lvl="2" indent="-571500">
              <a:buFont typeface="Wingdings" panose="05000000000000000000" pitchFamily="2" charset="2"/>
              <a:buChar char="Ø"/>
            </a:pPr>
            <a:r>
              <a:rPr lang="zh-CN" altLang="en-US" dirty="0">
                <a:solidFill>
                  <a:prstClr val="black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编写</a:t>
            </a:r>
            <a:r>
              <a:rPr lang="en-US" altLang="zh-CN" dirty="0">
                <a:solidFill>
                  <a:prstClr val="black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《</a:t>
            </a:r>
            <a:r>
              <a:rPr lang="zh-CN" altLang="en-US" dirty="0">
                <a:solidFill>
                  <a:prstClr val="black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测试报告</a:t>
            </a:r>
            <a:r>
              <a:rPr lang="en-US" altLang="zh-CN" dirty="0">
                <a:solidFill>
                  <a:prstClr val="black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》</a:t>
            </a:r>
          </a:p>
          <a:p>
            <a:pPr marL="571500" indent="-571500">
              <a:buFont typeface="Wingdings" panose="05000000000000000000" pitchFamily="2" charset="2"/>
              <a:buChar char="Ø"/>
            </a:pPr>
            <a:r>
              <a:rPr lang="zh-CN" altLang="en-US" dirty="0">
                <a:solidFill>
                  <a:prstClr val="black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阶段五：部署上线（</a:t>
            </a:r>
            <a:r>
              <a:rPr lang="zh-CN" altLang="en-US" dirty="0">
                <a:solidFill>
                  <a:prstClr val="black"/>
                </a:solidFill>
                <a:highlight>
                  <a:srgbClr val="FF00FF"/>
                </a:highlight>
                <a:latin typeface="KaiTi" panose="02010609060101010101" pitchFamily="49" charset="-122"/>
                <a:ea typeface="KaiTi" panose="02010609060101010101" pitchFamily="49" charset="-122"/>
              </a:rPr>
              <a:t>未开始</a:t>
            </a:r>
            <a:r>
              <a:rPr lang="zh-CN" altLang="en-US" dirty="0">
                <a:solidFill>
                  <a:prstClr val="black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）</a:t>
            </a:r>
            <a:endParaRPr lang="en-US" altLang="zh-CN" dirty="0">
              <a:solidFill>
                <a:prstClr val="black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marL="571500" indent="-571500">
              <a:buFont typeface="Wingdings" panose="05000000000000000000" pitchFamily="2" charset="2"/>
              <a:buChar char="Ø"/>
            </a:pPr>
            <a:r>
              <a:rPr lang="zh-CN" altLang="en-US" dirty="0">
                <a:solidFill>
                  <a:prstClr val="black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阶段六：运维与迭代（</a:t>
            </a:r>
            <a:r>
              <a:rPr lang="zh-CN" altLang="en-US" dirty="0">
                <a:solidFill>
                  <a:prstClr val="black"/>
                </a:solidFill>
                <a:highlight>
                  <a:srgbClr val="FF00FF"/>
                </a:highlight>
                <a:latin typeface="KaiTi" panose="02010609060101010101" pitchFamily="49" charset="-122"/>
                <a:ea typeface="KaiTi" panose="02010609060101010101" pitchFamily="49" charset="-122"/>
              </a:rPr>
              <a:t>未开始</a:t>
            </a:r>
            <a:r>
              <a:rPr lang="zh-CN" altLang="en-US" dirty="0">
                <a:solidFill>
                  <a:prstClr val="black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）</a:t>
            </a:r>
            <a:endParaRPr lang="en-US" altLang="zh-CN" dirty="0">
              <a:solidFill>
                <a:prstClr val="black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marL="571500" indent="-571500">
              <a:buFont typeface="Wingdings" panose="05000000000000000000" pitchFamily="2" charset="2"/>
              <a:buChar char="Ø"/>
            </a:pPr>
            <a:endParaRPr lang="en-US" altLang="zh-CN" dirty="0">
              <a:solidFill>
                <a:prstClr val="black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9BC11A9-3F98-480D-AD3F-9C3A80692A2C}"/>
              </a:ext>
            </a:extLst>
          </p:cNvPr>
          <p:cNvSpPr txBox="1"/>
          <p:nvPr/>
        </p:nvSpPr>
        <p:spPr>
          <a:xfrm>
            <a:off x="0" y="0"/>
            <a:ext cx="2954655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3600" b="1" dirty="0">
                <a:solidFill>
                  <a:prstClr val="black"/>
                </a:solidFill>
                <a:latin typeface="Century Gothic" panose="020B0502020202020204" pitchFamily="34" charset="0"/>
                <a:ea typeface="微软雅黑" panose="020B0503020204020204" pitchFamily="34" charset="-122"/>
                <a:sym typeface="+mn-lt"/>
              </a:rPr>
              <a:t>项目进展情况</a:t>
            </a:r>
            <a:endParaRPr kumimoji="0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 pitchFamily="34" charset="0"/>
              <a:ea typeface="微软雅黑" panose="020B0503020204020204" pitchFamily="34" charset="-122"/>
              <a:cs typeface="+mn-cs"/>
              <a:sym typeface="+mn-lt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59E900A-08CD-41F2-9A0F-8D591575F2FD}"/>
              </a:ext>
            </a:extLst>
          </p:cNvPr>
          <p:cNvSpPr/>
          <p:nvPr/>
        </p:nvSpPr>
        <p:spPr>
          <a:xfrm>
            <a:off x="9975273" y="731520"/>
            <a:ext cx="1454728" cy="4488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第</a:t>
            </a:r>
            <a:r>
              <a:rPr lang="en-US" altLang="zh-CN" dirty="0"/>
              <a:t>1</a:t>
            </a:r>
            <a:r>
              <a:rPr lang="zh-CN" altLang="en-US" dirty="0"/>
              <a:t>周</a:t>
            </a:r>
            <a:endParaRPr lang="en-US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ABCFBD2-9109-46B1-AF09-708DA6BC1665}"/>
              </a:ext>
            </a:extLst>
          </p:cNvPr>
          <p:cNvSpPr/>
          <p:nvPr/>
        </p:nvSpPr>
        <p:spPr>
          <a:xfrm>
            <a:off x="9975273" y="2230582"/>
            <a:ext cx="1920240" cy="4488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第</a:t>
            </a:r>
            <a:r>
              <a:rPr lang="en-US" altLang="zh-CN" dirty="0"/>
              <a:t>2</a:t>
            </a:r>
            <a:r>
              <a:rPr lang="zh-CN" altLang="en-US" dirty="0"/>
              <a:t>周</a:t>
            </a:r>
            <a:r>
              <a:rPr lang="en-US" altLang="zh-CN" dirty="0"/>
              <a:t>~</a:t>
            </a:r>
            <a:r>
              <a:rPr lang="zh-CN" altLang="en-US" dirty="0"/>
              <a:t>第</a:t>
            </a:r>
            <a:r>
              <a:rPr lang="en-US" altLang="zh-CN" dirty="0"/>
              <a:t>3</a:t>
            </a:r>
            <a:r>
              <a:rPr lang="zh-CN" altLang="en-US" dirty="0"/>
              <a:t>周</a:t>
            </a:r>
            <a:endParaRPr lang="en-US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36B80A1-24FA-4C2C-8C81-0861F9F7D878}"/>
              </a:ext>
            </a:extLst>
          </p:cNvPr>
          <p:cNvSpPr/>
          <p:nvPr/>
        </p:nvSpPr>
        <p:spPr>
          <a:xfrm>
            <a:off x="9975273" y="3881335"/>
            <a:ext cx="1920240" cy="4488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第</a:t>
            </a:r>
            <a:r>
              <a:rPr lang="en-US" altLang="zh-CN" dirty="0"/>
              <a:t>3</a:t>
            </a:r>
            <a:r>
              <a:rPr lang="zh-CN" altLang="en-US" dirty="0"/>
              <a:t>周</a:t>
            </a:r>
            <a:r>
              <a:rPr lang="en-US" altLang="zh-CN" dirty="0"/>
              <a:t>~</a:t>
            </a:r>
            <a:r>
              <a:rPr lang="zh-CN" altLang="en-US" dirty="0"/>
              <a:t>第</a:t>
            </a:r>
            <a:r>
              <a:rPr lang="en-US" altLang="zh-CN" dirty="0"/>
              <a:t>4</a:t>
            </a:r>
            <a:r>
              <a:rPr lang="zh-CN" altLang="en-US" dirty="0"/>
              <a:t>周</a:t>
            </a:r>
            <a:endParaRPr lang="en-US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986EFE4-8FD5-44B5-B5E0-1DD4F86D1E41}"/>
              </a:ext>
            </a:extLst>
          </p:cNvPr>
          <p:cNvSpPr/>
          <p:nvPr/>
        </p:nvSpPr>
        <p:spPr>
          <a:xfrm>
            <a:off x="9975273" y="5083200"/>
            <a:ext cx="1920240" cy="4488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第</a:t>
            </a:r>
            <a:r>
              <a:rPr lang="en-US" altLang="zh-CN" dirty="0"/>
              <a:t>5</a:t>
            </a:r>
            <a:r>
              <a:rPr lang="zh-CN" altLang="en-US" dirty="0"/>
              <a:t>周</a:t>
            </a:r>
            <a:r>
              <a:rPr lang="en-US" altLang="zh-CN" dirty="0"/>
              <a:t>~</a:t>
            </a:r>
            <a:r>
              <a:rPr lang="zh-CN" altLang="en-US" dirty="0"/>
              <a:t>第</a:t>
            </a:r>
            <a:r>
              <a:rPr lang="en-US" altLang="zh-CN" dirty="0"/>
              <a:t>8</a:t>
            </a:r>
            <a:r>
              <a:rPr lang="zh-CN" altLang="en-US" dirty="0"/>
              <a:t>周</a:t>
            </a:r>
            <a:endParaRPr lang="en-US" dirty="0"/>
          </a:p>
        </p:txBody>
      </p:sp>
      <p:sp>
        <p:nvSpPr>
          <p:cNvPr id="12" name="右大括号 11">
            <a:extLst>
              <a:ext uri="{FF2B5EF4-FFF2-40B4-BE49-F238E27FC236}">
                <a16:creationId xmlns:a16="http://schemas.microsoft.com/office/drawing/2014/main" id="{5B4D8A26-FF86-4C6B-9904-9781EC604D07}"/>
              </a:ext>
            </a:extLst>
          </p:cNvPr>
          <p:cNvSpPr/>
          <p:nvPr/>
        </p:nvSpPr>
        <p:spPr>
          <a:xfrm>
            <a:off x="9543012" y="646330"/>
            <a:ext cx="315884" cy="899837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右大括号 12">
            <a:extLst>
              <a:ext uri="{FF2B5EF4-FFF2-40B4-BE49-F238E27FC236}">
                <a16:creationId xmlns:a16="http://schemas.microsoft.com/office/drawing/2014/main" id="{18263B32-00A6-4300-955F-609065BBF359}"/>
              </a:ext>
            </a:extLst>
          </p:cNvPr>
          <p:cNvSpPr/>
          <p:nvPr/>
        </p:nvSpPr>
        <p:spPr>
          <a:xfrm>
            <a:off x="9543012" y="1567171"/>
            <a:ext cx="315884" cy="2181869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右大括号 13">
            <a:extLst>
              <a:ext uri="{FF2B5EF4-FFF2-40B4-BE49-F238E27FC236}">
                <a16:creationId xmlns:a16="http://schemas.microsoft.com/office/drawing/2014/main" id="{52ACF1E6-DE32-4269-857E-E5C582A2C257}"/>
              </a:ext>
            </a:extLst>
          </p:cNvPr>
          <p:cNvSpPr/>
          <p:nvPr/>
        </p:nvSpPr>
        <p:spPr>
          <a:xfrm>
            <a:off x="9476509" y="3764503"/>
            <a:ext cx="382387" cy="740996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右大括号 14">
            <a:extLst>
              <a:ext uri="{FF2B5EF4-FFF2-40B4-BE49-F238E27FC236}">
                <a16:creationId xmlns:a16="http://schemas.microsoft.com/office/drawing/2014/main" id="{B6CC0048-E670-49CD-8E9B-139A3D597FCA}"/>
              </a:ext>
            </a:extLst>
          </p:cNvPr>
          <p:cNvSpPr/>
          <p:nvPr/>
        </p:nvSpPr>
        <p:spPr>
          <a:xfrm>
            <a:off x="9476509" y="4541966"/>
            <a:ext cx="317270" cy="1669703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992822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5891815" y="3000270"/>
            <a:ext cx="3916501" cy="857460"/>
            <a:chOff x="5588007" y="1590635"/>
            <a:chExt cx="3916501" cy="857460"/>
          </a:xfrm>
        </p:grpSpPr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41B256AE-680D-4CCC-B51F-B69BF45F0365}"/>
                </a:ext>
              </a:extLst>
            </p:cNvPr>
            <p:cNvSpPr txBox="1"/>
            <p:nvPr/>
          </p:nvSpPr>
          <p:spPr>
            <a:xfrm>
              <a:off x="6549853" y="1696200"/>
              <a:ext cx="2954655" cy="646331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3600" b="1" dirty="0">
                  <a:solidFill>
                    <a:prstClr val="black"/>
                  </a:solidFill>
                  <a:latin typeface="Century Gothic" panose="020B0502020202020204" pitchFamily="34" charset="0"/>
                  <a:ea typeface="微软雅黑" panose="020B0503020204020204" pitchFamily="34" charset="-122"/>
                  <a:sym typeface="+mn-lt"/>
                </a:rPr>
                <a:t>项目主要流程</a:t>
              </a:r>
              <a:endPara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20" name="椭圆 19">
              <a:extLst>
                <a:ext uri="{FF2B5EF4-FFF2-40B4-BE49-F238E27FC236}">
                  <a16:creationId xmlns:a16="http://schemas.microsoft.com/office/drawing/2014/main" id="{4CD969C8-E62F-446D-85AA-293C5C9F7396}"/>
                </a:ext>
              </a:extLst>
            </p:cNvPr>
            <p:cNvSpPr/>
            <p:nvPr/>
          </p:nvSpPr>
          <p:spPr>
            <a:xfrm>
              <a:off x="5588007" y="1590635"/>
              <a:ext cx="857459" cy="85746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zh-CN" sz="4000" b="1" dirty="0">
                  <a:solidFill>
                    <a:prstClr val="white"/>
                  </a:solidFill>
                  <a:latin typeface="Century Gothic" panose="020B0502020202020204" pitchFamily="34" charset="0"/>
                  <a:ea typeface="微软雅黑" panose="020B0503020204020204" pitchFamily="34" charset="-122"/>
                </a:rPr>
                <a:t>2</a:t>
              </a:r>
              <a:endPara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 pitchFamily="34" charset="0"/>
                <a:ea typeface="微软雅黑" panose="020B0503020204020204" pitchFamily="34" charset="-122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35496012"/>
      </p:ext>
    </p:extLst>
  </p:cSld>
  <p:clrMapOvr>
    <a:masterClrMapping/>
  </p:clrMapOvr>
  <p:transition spd="med">
    <p:pull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B2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6C1307F6-5C02-4D70-806C-84B8A73998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9238" y="0"/>
            <a:ext cx="8884024" cy="20464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61420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B2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6C1307F6-5C02-4D70-806C-84B8A73998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9238" y="-4609710"/>
            <a:ext cx="8884024" cy="20464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059698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B2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6C1307F6-5C02-4D70-806C-84B8A73998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9238" y="-11170774"/>
            <a:ext cx="8884024" cy="20464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730518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B2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6C1307F6-5C02-4D70-806C-84B8A73998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9238" y="-13329504"/>
            <a:ext cx="8884024" cy="20464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617474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5891815" y="3000270"/>
            <a:ext cx="4378166" cy="857460"/>
            <a:chOff x="5588007" y="1590635"/>
            <a:chExt cx="4378166" cy="857460"/>
          </a:xfrm>
        </p:grpSpPr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41B256AE-680D-4CCC-B51F-B69BF45F0365}"/>
                </a:ext>
              </a:extLst>
            </p:cNvPr>
            <p:cNvSpPr txBox="1"/>
            <p:nvPr/>
          </p:nvSpPr>
          <p:spPr>
            <a:xfrm>
              <a:off x="6549853" y="1696200"/>
              <a:ext cx="3416320" cy="646331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3600" b="1" dirty="0">
                  <a:solidFill>
                    <a:prstClr val="black"/>
                  </a:solidFill>
                  <a:latin typeface="Century Gothic" panose="020B0502020202020204" pitchFamily="34" charset="0"/>
                  <a:ea typeface="微软雅黑" panose="020B0503020204020204" pitchFamily="34" charset="-122"/>
                  <a:sym typeface="+mn-lt"/>
                </a:rPr>
                <a:t>企业级需求模块</a:t>
              </a:r>
              <a:endPara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20" name="椭圆 19">
              <a:extLst>
                <a:ext uri="{FF2B5EF4-FFF2-40B4-BE49-F238E27FC236}">
                  <a16:creationId xmlns:a16="http://schemas.microsoft.com/office/drawing/2014/main" id="{4CD969C8-E62F-446D-85AA-293C5C9F7396}"/>
                </a:ext>
              </a:extLst>
            </p:cNvPr>
            <p:cNvSpPr/>
            <p:nvPr/>
          </p:nvSpPr>
          <p:spPr>
            <a:xfrm>
              <a:off x="5588007" y="1590635"/>
              <a:ext cx="857459" cy="85746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zh-CN" sz="4000" b="1" dirty="0">
                  <a:solidFill>
                    <a:prstClr val="white"/>
                  </a:solidFill>
                  <a:latin typeface="Century Gothic" panose="020B0502020202020204" pitchFamily="34" charset="0"/>
                  <a:ea typeface="微软雅黑" panose="020B0503020204020204" pitchFamily="34" charset="-122"/>
                </a:rPr>
                <a:t>3</a:t>
              </a:r>
              <a:endPara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 pitchFamily="34" charset="0"/>
                <a:ea typeface="微软雅黑" panose="020B0503020204020204" pitchFamily="34" charset="-122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40747191"/>
      </p:ext>
    </p:extLst>
  </p:cSld>
  <p:clrMapOvr>
    <a:masterClrMapping/>
  </p:clrMapOvr>
  <p:transition spd="med">
    <p:pull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笑脸 1">
            <a:extLst>
              <a:ext uri="{FF2B5EF4-FFF2-40B4-BE49-F238E27FC236}">
                <a16:creationId xmlns:a16="http://schemas.microsoft.com/office/drawing/2014/main" id="{76BB6FA3-4B6C-4CE4-8BDA-1BA4F04433A5}"/>
              </a:ext>
            </a:extLst>
          </p:cNvPr>
          <p:cNvSpPr/>
          <p:nvPr/>
        </p:nvSpPr>
        <p:spPr>
          <a:xfrm>
            <a:off x="2344191" y="2713641"/>
            <a:ext cx="706582" cy="681643"/>
          </a:xfrm>
          <a:prstGeom prst="smileyFac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92FF926-4482-4A53-BF33-82AB57E22F51}"/>
              </a:ext>
            </a:extLst>
          </p:cNvPr>
          <p:cNvSpPr txBox="1"/>
          <p:nvPr/>
        </p:nvSpPr>
        <p:spPr>
          <a:xfrm>
            <a:off x="2374316" y="3486725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企业</a:t>
            </a:r>
            <a:endParaRPr lang="en-US" dirty="0"/>
          </a:p>
        </p:txBody>
      </p:sp>
      <mc:AlternateContent xmlns:mc="http://schemas.openxmlformats.org/markup-compatibility/2006">
        <mc:Choice xmlns:psez="http://schemas.microsoft.com/office/powerpoint/2016/sectionzoom" Requires="psez">
          <p:graphicFrame>
            <p:nvGraphicFramePr>
              <p:cNvPr id="21" name="节缩放定位 20">
                <a:extLst>
                  <a:ext uri="{FF2B5EF4-FFF2-40B4-BE49-F238E27FC236}">
                    <a16:creationId xmlns:a16="http://schemas.microsoft.com/office/drawing/2014/main" id="{35BC67B1-C83E-4EC7-A075-F89D924A4FBD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464303005"/>
                  </p:ext>
                </p:extLst>
              </p:nvPr>
            </p:nvGraphicFramePr>
            <p:xfrm>
              <a:off x="5598622" y="2472572"/>
              <a:ext cx="2031076" cy="1142480"/>
            </p:xfrm>
            <a:graphic>
              <a:graphicData uri="http://schemas.microsoft.com/office/powerpoint/2016/sectionzoom">
                <psez:sectionZm>
                  <psez:sectionZmObj sectionId="{2B9F1922-14F9-4F63-8472-56636E9D1515}">
                    <psez:zmPr id="{13AD6D06-A93F-4B1B-A64B-D14942BC6707}" transitionDur="1000">
                      <p166:blipFill xmlns:p166="http://schemas.microsoft.com/office/powerpoint/2016/6/main">
                        <a:blip r:embed="rId2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2031076" cy="1142480"/>
                        </a:xfrm>
                        <a:prstGeom prst="ellipse">
                          <a:avLst/>
                        </a:prstGeom>
                        <a:ln w="63500" cap="rnd">
                          <a:solidFill>
                            <a:srgbClr val="333333"/>
                          </a:solidFill>
                        </a:ln>
                        <a:effectLst>
                          <a:outerShdw blurRad="381000" dist="292100" dir="5400000" sx="-80000" sy="-18000" rotWithShape="0">
                            <a:srgbClr val="000000">
                              <a:alpha val="22000"/>
                            </a:srgbClr>
                          </a:outerShdw>
                        </a:effectLst>
                        <a:scene3d>
                          <a:camera prst="orthographicFront"/>
                          <a:lightRig rig="contrasting" dir="t">
                            <a:rot lat="0" lon="0" rev="3000000"/>
                          </a:lightRig>
                        </a:scene3d>
                        <a:sp3d contourW="7620">
                          <a:bevelT w="95250" h="31750"/>
                          <a:contourClr>
                            <a:srgbClr val="333333"/>
                          </a:contourClr>
                        </a:sp3d>
                      </p166:spPr>
                    </psez:zmPr>
                  </psez:sectionZmObj>
                </psez:sectionZm>
              </a:graphicData>
            </a:graphic>
          </p:graphicFrame>
        </mc:Choice>
        <mc:Fallback>
          <p:pic>
            <p:nvPicPr>
              <p:cNvPr id="21" name="节缩放定位 20">
                <a:hlinkClick r:id="rId3" action="ppaction://hlinksldjump"/>
                <a:extLst>
                  <a:ext uri="{FF2B5EF4-FFF2-40B4-BE49-F238E27FC236}">
                    <a16:creationId xmlns:a16="http://schemas.microsoft.com/office/drawing/2014/main" id="{35BC67B1-C83E-4EC7-A075-F89D924A4FBD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5598622" y="2472572"/>
                <a:ext cx="2031076" cy="1142480"/>
              </a:xfrm>
              <a:prstGeom prst="ellipse">
                <a:avLst/>
              </a:prstGeom>
              <a:ln w="63500" cap="rnd">
                <a:solidFill>
                  <a:srgbClr val="333333"/>
                </a:solidFill>
              </a:ln>
              <a:effectLst>
                <a:outerShdw blurRad="381000" dist="292100" dir="5400000" sx="-80000" sy="-18000" rotWithShape="0">
                  <a:srgbClr val="000000">
                    <a:alpha val="22000"/>
                  </a:srgbClr>
                </a:outerShdw>
              </a:effectLst>
              <a:scene3d>
                <a:camera prst="orthographicFront"/>
                <a:lightRig rig="contrasting" dir="t">
                  <a:rot lat="0" lon="0" rev="3000000"/>
                </a:lightRig>
              </a:scene3d>
              <a:sp3d contourW="7620">
                <a:bevelT w="95250" h="31750"/>
                <a:contourClr>
                  <a:srgbClr val="333333"/>
                </a:contourClr>
              </a:sp3d>
            </p:spPr>
          </p:pic>
        </mc:Fallback>
      </mc:AlternateContent>
      <mc:AlternateContent xmlns:mc="http://schemas.openxmlformats.org/markup-compatibility/2006">
        <mc:Choice xmlns:psez="http://schemas.microsoft.com/office/powerpoint/2016/sectionzoom" Requires="psez">
          <p:graphicFrame>
            <p:nvGraphicFramePr>
              <p:cNvPr id="23" name="节缩放定位 22">
                <a:extLst>
                  <a:ext uri="{FF2B5EF4-FFF2-40B4-BE49-F238E27FC236}">
                    <a16:creationId xmlns:a16="http://schemas.microsoft.com/office/drawing/2014/main" id="{55035DCD-DB32-447E-92ED-D33A0E4B00D1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820608177"/>
                  </p:ext>
                </p:extLst>
              </p:nvPr>
            </p:nvGraphicFramePr>
            <p:xfrm>
              <a:off x="5598622" y="4017505"/>
              <a:ext cx="2031076" cy="1142480"/>
            </p:xfrm>
            <a:graphic>
              <a:graphicData uri="http://schemas.microsoft.com/office/powerpoint/2016/sectionzoom">
                <psez:sectionZm>
                  <psez:sectionZmObj sectionId="{573ACC03-1076-4E3C-98F0-7149067EE1E6}">
                    <psez:zmPr id="{EC92C216-C716-429E-A3D8-A3E1CB258658}" transitionDur="1000">
                      <p166:blipFill xmlns:p166="http://schemas.microsoft.com/office/powerpoint/2016/6/main">
                        <a:blip r:embed="rId4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2031076" cy="1142480"/>
                        </a:xfrm>
                        <a:prstGeom prst="ellipse">
                          <a:avLst/>
                        </a:prstGeom>
                        <a:ln w="63500" cap="rnd">
                          <a:solidFill>
                            <a:srgbClr val="333333"/>
                          </a:solidFill>
                        </a:ln>
                        <a:effectLst>
                          <a:outerShdw blurRad="381000" dist="292100" dir="5400000" sx="-80000" sy="-18000" rotWithShape="0">
                            <a:srgbClr val="000000">
                              <a:alpha val="22000"/>
                            </a:srgbClr>
                          </a:outerShdw>
                        </a:effectLst>
                        <a:scene3d>
                          <a:camera prst="orthographicFront"/>
                          <a:lightRig rig="contrasting" dir="t">
                            <a:rot lat="0" lon="0" rev="3000000"/>
                          </a:lightRig>
                        </a:scene3d>
                        <a:sp3d contourW="7620">
                          <a:bevelT w="95250" h="31750"/>
                          <a:contourClr>
                            <a:srgbClr val="333333"/>
                          </a:contourClr>
                        </a:sp3d>
                      </p166:spPr>
                    </psez:zmPr>
                  </psez:sectionZmObj>
                </psez:sectionZm>
              </a:graphicData>
            </a:graphic>
          </p:graphicFrame>
        </mc:Choice>
        <mc:Fallback>
          <p:pic>
            <p:nvPicPr>
              <p:cNvPr id="23" name="节缩放定位 22">
                <a:hlinkClick r:id="rId5" action="ppaction://hlinksldjump"/>
                <a:extLst>
                  <a:ext uri="{FF2B5EF4-FFF2-40B4-BE49-F238E27FC236}">
                    <a16:creationId xmlns:a16="http://schemas.microsoft.com/office/drawing/2014/main" id="{55035DCD-DB32-447E-92ED-D33A0E4B00D1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598622" y="4017505"/>
                <a:ext cx="2031076" cy="1142480"/>
              </a:xfrm>
              <a:prstGeom prst="ellipse">
                <a:avLst/>
              </a:prstGeom>
              <a:ln w="63500" cap="rnd">
                <a:solidFill>
                  <a:srgbClr val="333333"/>
                </a:solidFill>
              </a:ln>
              <a:effectLst>
                <a:outerShdw blurRad="381000" dist="292100" dir="5400000" sx="-80000" sy="-18000" rotWithShape="0">
                  <a:srgbClr val="000000">
                    <a:alpha val="22000"/>
                  </a:srgbClr>
                </a:outerShdw>
              </a:effectLst>
              <a:scene3d>
                <a:camera prst="orthographicFront"/>
                <a:lightRig rig="contrasting" dir="t">
                  <a:rot lat="0" lon="0" rev="3000000"/>
                </a:lightRig>
              </a:scene3d>
              <a:sp3d contourW="7620">
                <a:bevelT w="95250" h="31750"/>
                <a:contourClr>
                  <a:srgbClr val="333333"/>
                </a:contourClr>
              </a:sp3d>
            </p:spPr>
          </p:pic>
        </mc:Fallback>
      </mc:AlternateContent>
      <mc:AlternateContent xmlns:mc="http://schemas.openxmlformats.org/markup-compatibility/2006">
        <mc:Choice xmlns:psez="http://schemas.microsoft.com/office/powerpoint/2016/sectionzoom" Requires="psez">
          <p:graphicFrame>
            <p:nvGraphicFramePr>
              <p:cNvPr id="25" name="节缩放定位 24">
                <a:extLst>
                  <a:ext uri="{FF2B5EF4-FFF2-40B4-BE49-F238E27FC236}">
                    <a16:creationId xmlns:a16="http://schemas.microsoft.com/office/drawing/2014/main" id="{B937F50A-6524-42E6-9893-9691CDA06178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60207295"/>
                  </p:ext>
                </p:extLst>
              </p:nvPr>
            </p:nvGraphicFramePr>
            <p:xfrm>
              <a:off x="7886008" y="890880"/>
              <a:ext cx="2031076" cy="1142480"/>
            </p:xfrm>
            <a:graphic>
              <a:graphicData uri="http://schemas.microsoft.com/office/powerpoint/2016/sectionzoom">
                <psez:sectionZm>
                  <psez:sectionZmObj sectionId="{DBCAC8ED-FA8F-4536-9996-462F9FDF5ADA}">
                    <psez:zmPr id="{E35DC43D-49F2-40AA-BCF6-E926BA6D77AF}" transitionDur="1000">
                      <p166:blipFill xmlns:p166="http://schemas.microsoft.com/office/powerpoint/2016/6/main">
                        <a:blip r:embed="rId6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2031076" cy="1142480"/>
                        </a:xfrm>
                        <a:prstGeom prst="ellipse">
                          <a:avLst/>
                        </a:prstGeom>
                        <a:ln w="63500" cap="rnd">
                          <a:solidFill>
                            <a:srgbClr val="333333"/>
                          </a:solidFill>
                        </a:ln>
                        <a:effectLst>
                          <a:outerShdw blurRad="381000" dist="292100" dir="5400000" sx="-80000" sy="-18000" rotWithShape="0">
                            <a:srgbClr val="000000">
                              <a:alpha val="22000"/>
                            </a:srgbClr>
                          </a:outerShdw>
                        </a:effectLst>
                        <a:scene3d>
                          <a:camera prst="orthographicFront"/>
                          <a:lightRig rig="contrasting" dir="t">
                            <a:rot lat="0" lon="0" rev="3000000"/>
                          </a:lightRig>
                        </a:scene3d>
                        <a:sp3d contourW="7620">
                          <a:bevelT w="95250" h="31750"/>
                          <a:contourClr>
                            <a:srgbClr val="333333"/>
                          </a:contourClr>
                        </a:sp3d>
                      </p166:spPr>
                    </psez:zmPr>
                  </psez:sectionZmObj>
                </psez:sectionZm>
              </a:graphicData>
            </a:graphic>
          </p:graphicFrame>
        </mc:Choice>
        <mc:Fallback>
          <p:pic>
            <p:nvPicPr>
              <p:cNvPr id="25" name="节缩放定位 24">
                <a:hlinkClick r:id="rId7" action="ppaction://hlinksldjump"/>
                <a:extLst>
                  <a:ext uri="{FF2B5EF4-FFF2-40B4-BE49-F238E27FC236}">
                    <a16:creationId xmlns:a16="http://schemas.microsoft.com/office/drawing/2014/main" id="{B937F50A-6524-42E6-9893-9691CDA06178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886008" y="890880"/>
                <a:ext cx="2031076" cy="1142480"/>
              </a:xfrm>
              <a:prstGeom prst="ellipse">
                <a:avLst/>
              </a:prstGeom>
              <a:ln w="63500" cap="rnd">
                <a:solidFill>
                  <a:srgbClr val="333333"/>
                </a:solidFill>
              </a:ln>
              <a:effectLst>
                <a:outerShdw blurRad="381000" dist="292100" dir="5400000" sx="-80000" sy="-18000" rotWithShape="0">
                  <a:srgbClr val="000000">
                    <a:alpha val="22000"/>
                  </a:srgbClr>
                </a:outerShdw>
              </a:effectLst>
              <a:scene3d>
                <a:camera prst="orthographicFront"/>
                <a:lightRig rig="contrasting" dir="t">
                  <a:rot lat="0" lon="0" rev="3000000"/>
                </a:lightRig>
              </a:scene3d>
              <a:sp3d contourW="7620">
                <a:bevelT w="95250" h="31750"/>
                <a:contourClr>
                  <a:srgbClr val="333333"/>
                </a:contourClr>
              </a:sp3d>
            </p:spPr>
          </p:pic>
        </mc:Fallback>
      </mc:AlternateContent>
      <mc:AlternateContent xmlns:mc="http://schemas.openxmlformats.org/markup-compatibility/2006">
        <mc:Choice xmlns:psez="http://schemas.microsoft.com/office/powerpoint/2016/sectionzoom" Requires="psez">
          <p:graphicFrame>
            <p:nvGraphicFramePr>
              <p:cNvPr id="27" name="节缩放定位 26">
                <a:extLst>
                  <a:ext uri="{FF2B5EF4-FFF2-40B4-BE49-F238E27FC236}">
                    <a16:creationId xmlns:a16="http://schemas.microsoft.com/office/drawing/2014/main" id="{24F626C8-0055-47D3-BA8B-3D4193B87FA6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884568463"/>
                  </p:ext>
                </p:extLst>
              </p:nvPr>
            </p:nvGraphicFramePr>
            <p:xfrm>
              <a:off x="7886008" y="2472572"/>
              <a:ext cx="2031076" cy="1142480"/>
            </p:xfrm>
            <a:graphic>
              <a:graphicData uri="http://schemas.microsoft.com/office/powerpoint/2016/sectionzoom">
                <psez:sectionZm>
                  <psez:sectionZmObj sectionId="{10C22223-39B1-4557-9720-3C29AB176254}">
                    <psez:zmPr id="{C569B29A-258B-46DD-A8C1-89DBA2766641}" transitionDur="1000">
                      <p166:blipFill xmlns:p166="http://schemas.microsoft.com/office/powerpoint/2016/6/main">
                        <a:blip r:embed="rId8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2031076" cy="1142480"/>
                        </a:xfrm>
                        <a:prstGeom prst="ellipse">
                          <a:avLst/>
                        </a:prstGeom>
                        <a:ln w="63500" cap="rnd">
                          <a:solidFill>
                            <a:srgbClr val="333333"/>
                          </a:solidFill>
                        </a:ln>
                        <a:effectLst>
                          <a:outerShdw blurRad="381000" dist="292100" dir="5400000" sx="-80000" sy="-18000" rotWithShape="0">
                            <a:srgbClr val="000000">
                              <a:alpha val="22000"/>
                            </a:srgbClr>
                          </a:outerShdw>
                        </a:effectLst>
                        <a:scene3d>
                          <a:camera prst="orthographicFront"/>
                          <a:lightRig rig="contrasting" dir="t">
                            <a:rot lat="0" lon="0" rev="3000000"/>
                          </a:lightRig>
                        </a:scene3d>
                        <a:sp3d contourW="7620">
                          <a:bevelT w="95250" h="31750"/>
                          <a:contourClr>
                            <a:srgbClr val="333333"/>
                          </a:contourClr>
                        </a:sp3d>
                      </p166:spPr>
                    </psez:zmPr>
                  </psez:sectionZmObj>
                </psez:sectionZm>
              </a:graphicData>
            </a:graphic>
          </p:graphicFrame>
        </mc:Choice>
        <mc:Fallback>
          <p:pic>
            <p:nvPicPr>
              <p:cNvPr id="27" name="节缩放定位 26">
                <a:hlinkClick r:id="rId9" action="ppaction://hlinksldjump"/>
                <a:extLst>
                  <a:ext uri="{FF2B5EF4-FFF2-40B4-BE49-F238E27FC236}">
                    <a16:creationId xmlns:a16="http://schemas.microsoft.com/office/drawing/2014/main" id="{24F626C8-0055-47D3-BA8B-3D4193B87FA6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7886008" y="2472572"/>
                <a:ext cx="2031076" cy="1142480"/>
              </a:xfrm>
              <a:prstGeom prst="ellipse">
                <a:avLst/>
              </a:prstGeom>
              <a:ln w="63500" cap="rnd">
                <a:solidFill>
                  <a:srgbClr val="333333"/>
                </a:solidFill>
              </a:ln>
              <a:effectLst>
                <a:outerShdw blurRad="381000" dist="292100" dir="5400000" sx="-80000" sy="-18000" rotWithShape="0">
                  <a:srgbClr val="000000">
                    <a:alpha val="22000"/>
                  </a:srgbClr>
                </a:outerShdw>
              </a:effectLst>
              <a:scene3d>
                <a:camera prst="orthographicFront"/>
                <a:lightRig rig="contrasting" dir="t">
                  <a:rot lat="0" lon="0" rev="3000000"/>
                </a:lightRig>
              </a:scene3d>
              <a:sp3d contourW="7620">
                <a:bevelT w="95250" h="31750"/>
                <a:contourClr>
                  <a:srgbClr val="333333"/>
                </a:contourClr>
              </a:sp3d>
            </p:spPr>
          </p:pic>
        </mc:Fallback>
      </mc:AlternateContent>
      <mc:AlternateContent xmlns:mc="http://schemas.openxmlformats.org/markup-compatibility/2006">
        <mc:Choice xmlns:psez="http://schemas.microsoft.com/office/powerpoint/2016/sectionzoom" Requires="psez">
          <p:graphicFrame>
            <p:nvGraphicFramePr>
              <p:cNvPr id="29" name="节缩放定位 28">
                <a:extLst>
                  <a:ext uri="{FF2B5EF4-FFF2-40B4-BE49-F238E27FC236}">
                    <a16:creationId xmlns:a16="http://schemas.microsoft.com/office/drawing/2014/main" id="{EE7717F6-E3FF-4210-B9CC-5EDC5DA745C1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458868128"/>
                  </p:ext>
                </p:extLst>
              </p:nvPr>
            </p:nvGraphicFramePr>
            <p:xfrm>
              <a:off x="7886008" y="4017505"/>
              <a:ext cx="2031076" cy="1142480"/>
            </p:xfrm>
            <a:graphic>
              <a:graphicData uri="http://schemas.microsoft.com/office/powerpoint/2016/sectionzoom">
                <psez:sectionZm>
                  <psez:sectionZmObj sectionId="{656EECBE-FE1F-45FF-9F3A-4004379FF397}">
                    <psez:zmPr id="{E6C9EAF8-D144-40A0-AB2E-DBBCFFD41ABF}" transitionDur="1000">
                      <p166:blipFill xmlns:p166="http://schemas.microsoft.com/office/powerpoint/2016/6/main">
                        <a:blip r:embed="rId10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2031076" cy="1142480"/>
                        </a:xfrm>
                        <a:prstGeom prst="ellipse">
                          <a:avLst/>
                        </a:prstGeom>
                        <a:ln w="63500" cap="rnd">
                          <a:solidFill>
                            <a:srgbClr val="333333"/>
                          </a:solidFill>
                        </a:ln>
                        <a:effectLst>
                          <a:outerShdw blurRad="381000" dist="292100" dir="5400000" sx="-80000" sy="-18000" rotWithShape="0">
                            <a:srgbClr val="000000">
                              <a:alpha val="22000"/>
                            </a:srgbClr>
                          </a:outerShdw>
                        </a:effectLst>
                        <a:scene3d>
                          <a:camera prst="orthographicFront"/>
                          <a:lightRig rig="contrasting" dir="t">
                            <a:rot lat="0" lon="0" rev="3000000"/>
                          </a:lightRig>
                        </a:scene3d>
                        <a:sp3d contourW="7620">
                          <a:bevelT w="95250" h="31750"/>
                          <a:contourClr>
                            <a:srgbClr val="333333"/>
                          </a:contourClr>
                        </a:sp3d>
                      </p166:spPr>
                    </psez:zmPr>
                  </psez:sectionZmObj>
                </psez:sectionZm>
              </a:graphicData>
            </a:graphic>
          </p:graphicFrame>
        </mc:Choice>
        <mc:Fallback>
          <p:pic>
            <p:nvPicPr>
              <p:cNvPr id="29" name="节缩放定位 28">
                <a:hlinkClick r:id="rId11" action="ppaction://hlinksldjump"/>
                <a:extLst>
                  <a:ext uri="{FF2B5EF4-FFF2-40B4-BE49-F238E27FC236}">
                    <a16:creationId xmlns:a16="http://schemas.microsoft.com/office/drawing/2014/main" id="{EE7717F6-E3FF-4210-B9CC-5EDC5DA745C1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7886008" y="4017505"/>
                <a:ext cx="2031076" cy="1142480"/>
              </a:xfrm>
              <a:prstGeom prst="ellipse">
                <a:avLst/>
              </a:prstGeom>
              <a:ln w="63500" cap="rnd">
                <a:solidFill>
                  <a:srgbClr val="333333"/>
                </a:solidFill>
              </a:ln>
              <a:effectLst>
                <a:outerShdw blurRad="381000" dist="292100" dir="5400000" sx="-80000" sy="-18000" rotWithShape="0">
                  <a:srgbClr val="000000">
                    <a:alpha val="22000"/>
                  </a:srgbClr>
                </a:outerShdw>
              </a:effectLst>
              <a:scene3d>
                <a:camera prst="orthographicFront"/>
                <a:lightRig rig="contrasting" dir="t">
                  <a:rot lat="0" lon="0" rev="3000000"/>
                </a:lightRig>
              </a:scene3d>
              <a:sp3d contourW="7620">
                <a:bevelT w="95250" h="31750"/>
                <a:contourClr>
                  <a:srgbClr val="333333"/>
                </a:contourClr>
              </a:sp3d>
            </p:spPr>
          </p:pic>
        </mc:Fallback>
      </mc:AlternateContent>
      <p:sp>
        <p:nvSpPr>
          <p:cNvPr id="39" name="矩形 38">
            <a:extLst>
              <a:ext uri="{FF2B5EF4-FFF2-40B4-BE49-F238E27FC236}">
                <a16:creationId xmlns:a16="http://schemas.microsoft.com/office/drawing/2014/main" id="{EE78889D-774C-4A9C-B9D5-0AFE43948381}"/>
              </a:ext>
            </a:extLst>
          </p:cNvPr>
          <p:cNvSpPr/>
          <p:nvPr/>
        </p:nvSpPr>
        <p:spPr>
          <a:xfrm>
            <a:off x="4962699" y="457200"/>
            <a:ext cx="5511338" cy="526195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1" name="直接箭头连接符 40">
            <a:extLst>
              <a:ext uri="{FF2B5EF4-FFF2-40B4-BE49-F238E27FC236}">
                <a16:creationId xmlns:a16="http://schemas.microsoft.com/office/drawing/2014/main" id="{1A80471A-2CBA-42D6-846E-12181EA58EE2}"/>
              </a:ext>
            </a:extLst>
          </p:cNvPr>
          <p:cNvCxnSpPr>
            <a:stCxn id="2" idx="6"/>
          </p:cNvCxnSpPr>
          <p:nvPr/>
        </p:nvCxnSpPr>
        <p:spPr>
          <a:xfrm flipV="1">
            <a:off x="3050773" y="3042458"/>
            <a:ext cx="1911926" cy="120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2" name="椭圆 41">
            <a:extLst>
              <a:ext uri="{FF2B5EF4-FFF2-40B4-BE49-F238E27FC236}">
                <a16:creationId xmlns:a16="http://schemas.microsoft.com/office/drawing/2014/main" id="{577F0A91-6BD3-4E98-826A-040D88F992B1}"/>
              </a:ext>
            </a:extLst>
          </p:cNvPr>
          <p:cNvSpPr/>
          <p:nvPr/>
        </p:nvSpPr>
        <p:spPr>
          <a:xfrm>
            <a:off x="5598622" y="927639"/>
            <a:ext cx="2031076" cy="1142480"/>
          </a:xfrm>
          <a:prstGeom prst="ellipse">
            <a:avLst/>
          </a:prstGeom>
          <a:ln w="571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账号管理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09184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5891815" y="3000270"/>
            <a:ext cx="3916501" cy="857460"/>
            <a:chOff x="5588007" y="1590635"/>
            <a:chExt cx="3916501" cy="857460"/>
          </a:xfrm>
        </p:grpSpPr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41B256AE-680D-4CCC-B51F-B69BF45F0365}"/>
                </a:ext>
              </a:extLst>
            </p:cNvPr>
            <p:cNvSpPr txBox="1"/>
            <p:nvPr/>
          </p:nvSpPr>
          <p:spPr>
            <a:xfrm>
              <a:off x="6549853" y="1696200"/>
              <a:ext cx="2954655" cy="646331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3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 pitchFamily="34" charset="0"/>
                  <a:ea typeface="微软雅黑" panose="020B0503020204020204" pitchFamily="34" charset="-122"/>
                  <a:cs typeface="+mn-cs"/>
                  <a:sym typeface="+mn-lt"/>
                </a:rPr>
                <a:t>省级需求模块</a:t>
              </a:r>
            </a:p>
          </p:txBody>
        </p:sp>
        <p:sp>
          <p:nvSpPr>
            <p:cNvPr id="20" name="椭圆 19">
              <a:extLst>
                <a:ext uri="{FF2B5EF4-FFF2-40B4-BE49-F238E27FC236}">
                  <a16:creationId xmlns:a16="http://schemas.microsoft.com/office/drawing/2014/main" id="{4CD969C8-E62F-446D-85AA-293C5C9F7396}"/>
                </a:ext>
              </a:extLst>
            </p:cNvPr>
            <p:cNvSpPr/>
            <p:nvPr/>
          </p:nvSpPr>
          <p:spPr>
            <a:xfrm>
              <a:off x="5588007" y="1590635"/>
              <a:ext cx="857459" cy="85746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4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entury Gothic" panose="020B0502020202020204" pitchFamily="34" charset="0"/>
                  <a:ea typeface="微软雅黑" panose="020B0503020204020204" pitchFamily="34" charset="-122"/>
                  <a:cs typeface="+mn-cs"/>
                </a:rPr>
                <a:t>3</a:t>
              </a:r>
              <a:endPara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 pitchFamily="34" charset="0"/>
                <a:ea typeface="微软雅黑" panose="020B0503020204020204" pitchFamily="34" charset="-122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27498207"/>
      </p:ext>
    </p:extLst>
  </p:cSld>
  <p:clrMapOvr>
    <a:masterClrMapping/>
  </p:clrMapOvr>
  <p:transition spd="med">
    <p:pull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笑脸 1">
            <a:extLst>
              <a:ext uri="{FF2B5EF4-FFF2-40B4-BE49-F238E27FC236}">
                <a16:creationId xmlns:a16="http://schemas.microsoft.com/office/drawing/2014/main" id="{76BB6FA3-4B6C-4CE4-8BDA-1BA4F04433A5}"/>
              </a:ext>
            </a:extLst>
          </p:cNvPr>
          <p:cNvSpPr/>
          <p:nvPr/>
        </p:nvSpPr>
        <p:spPr>
          <a:xfrm>
            <a:off x="2344191" y="2713641"/>
            <a:ext cx="706582" cy="681643"/>
          </a:xfrm>
          <a:prstGeom prst="smileyFac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92FF926-4482-4A53-BF33-82AB57E22F51}"/>
              </a:ext>
            </a:extLst>
          </p:cNvPr>
          <p:cNvSpPr txBox="1"/>
          <p:nvPr/>
        </p:nvSpPr>
        <p:spPr>
          <a:xfrm>
            <a:off x="2374316" y="3486725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>
                <a:solidFill>
                  <a:prstClr val="black"/>
                </a:solidFill>
                <a:latin typeface="微软雅黑"/>
                <a:ea typeface="微软雅黑"/>
              </a:rPr>
              <a:t>省级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EE78889D-774C-4A9C-B9D5-0AFE43948381}"/>
              </a:ext>
            </a:extLst>
          </p:cNvPr>
          <p:cNvSpPr/>
          <p:nvPr/>
        </p:nvSpPr>
        <p:spPr>
          <a:xfrm>
            <a:off x="4962698" y="457200"/>
            <a:ext cx="5087389" cy="58272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cxnSp>
        <p:nvCxnSpPr>
          <p:cNvPr id="41" name="直接箭头连接符 40">
            <a:extLst>
              <a:ext uri="{FF2B5EF4-FFF2-40B4-BE49-F238E27FC236}">
                <a16:creationId xmlns:a16="http://schemas.microsoft.com/office/drawing/2014/main" id="{1A80471A-2CBA-42D6-846E-12181EA58EE2}"/>
              </a:ext>
            </a:extLst>
          </p:cNvPr>
          <p:cNvCxnSpPr>
            <a:stCxn id="2" idx="6"/>
          </p:cNvCxnSpPr>
          <p:nvPr/>
        </p:nvCxnSpPr>
        <p:spPr>
          <a:xfrm flipV="1">
            <a:off x="3050773" y="3042458"/>
            <a:ext cx="1911926" cy="120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psez="http://schemas.microsoft.com/office/powerpoint/2016/sectionzoom" Requires="psez">
          <p:graphicFrame>
            <p:nvGraphicFramePr>
              <p:cNvPr id="5" name="节缩放定位 4">
                <a:extLst>
                  <a:ext uri="{FF2B5EF4-FFF2-40B4-BE49-F238E27FC236}">
                    <a16:creationId xmlns:a16="http://schemas.microsoft.com/office/drawing/2014/main" id="{14A1952B-CD1F-45B3-A85B-D5682FE4A203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263671346"/>
                  </p:ext>
                </p:extLst>
              </p:nvPr>
            </p:nvGraphicFramePr>
            <p:xfrm>
              <a:off x="5131414" y="601459"/>
              <a:ext cx="2257982" cy="1270115"/>
            </p:xfrm>
            <a:graphic>
              <a:graphicData uri="http://schemas.microsoft.com/office/powerpoint/2016/sectionzoom">
                <psez:sectionZm>
                  <psez:sectionZmObj sectionId="{12FAB032-A174-4A8B-A1D9-73B0964D4B64}">
                    <psez:zmPr id="{F418480A-8C06-454C-9858-BEE6C8EBABE8}" transitionDur="1000">
                      <p166:blipFill xmlns:p166="http://schemas.microsoft.com/office/powerpoint/2016/6/main">
                        <a:blip r:embed="rId2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2257982" cy="1270115"/>
                        </a:xfrm>
                        <a:prstGeom prst="ellipse">
                          <a:avLst/>
                        </a:prstGeom>
                        <a:ln w="63500" cap="rnd">
                          <a:solidFill>
                            <a:srgbClr val="333333"/>
                          </a:solidFill>
                        </a:ln>
                        <a:effectLst>
                          <a:outerShdw blurRad="381000" dist="292100" dir="5400000" sx="-80000" sy="-18000" rotWithShape="0">
                            <a:srgbClr val="000000">
                              <a:alpha val="22000"/>
                            </a:srgbClr>
                          </a:outerShdw>
                        </a:effectLst>
                        <a:scene3d>
                          <a:camera prst="orthographicFront"/>
                          <a:lightRig rig="contrasting" dir="t">
                            <a:rot lat="0" lon="0" rev="3000000"/>
                          </a:lightRig>
                        </a:scene3d>
                        <a:sp3d contourW="7620">
                          <a:bevelT w="95250" h="31750"/>
                          <a:contourClr>
                            <a:srgbClr val="333333"/>
                          </a:contourClr>
                        </a:sp3d>
                      </p166:spPr>
                    </psez:zmPr>
                  </psez:sectionZmObj>
                </psez:sectionZm>
              </a:graphicData>
            </a:graphic>
          </p:graphicFrame>
        </mc:Choice>
        <mc:Fallback>
          <p:pic>
            <p:nvPicPr>
              <p:cNvPr id="5" name="节缩放定位 4">
                <a:hlinkClick r:id="rId3" action="ppaction://hlinksldjump"/>
                <a:extLst>
                  <a:ext uri="{FF2B5EF4-FFF2-40B4-BE49-F238E27FC236}">
                    <a16:creationId xmlns:a16="http://schemas.microsoft.com/office/drawing/2014/main" id="{14A1952B-CD1F-45B3-A85B-D5682FE4A203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5131414" y="601459"/>
                <a:ext cx="2257982" cy="1270115"/>
              </a:xfrm>
              <a:prstGeom prst="ellipse">
                <a:avLst/>
              </a:prstGeom>
              <a:ln w="63500" cap="rnd">
                <a:solidFill>
                  <a:srgbClr val="333333"/>
                </a:solidFill>
              </a:ln>
              <a:effectLst>
                <a:outerShdw blurRad="381000" dist="292100" dir="5400000" sx="-80000" sy="-18000" rotWithShape="0">
                  <a:srgbClr val="000000">
                    <a:alpha val="22000"/>
                  </a:srgbClr>
                </a:outerShdw>
              </a:effectLst>
              <a:scene3d>
                <a:camera prst="orthographicFront"/>
                <a:lightRig rig="contrasting" dir="t">
                  <a:rot lat="0" lon="0" rev="3000000"/>
                </a:lightRig>
              </a:scene3d>
              <a:sp3d contourW="7620">
                <a:bevelT w="95250" h="31750"/>
                <a:contourClr>
                  <a:srgbClr val="333333"/>
                </a:contourClr>
              </a:sp3d>
            </p:spPr>
          </p:pic>
        </mc:Fallback>
      </mc:AlternateContent>
      <mc:AlternateContent xmlns:mc="http://schemas.openxmlformats.org/markup-compatibility/2006">
        <mc:Choice xmlns:psez="http://schemas.microsoft.com/office/powerpoint/2016/sectionzoom" Requires="psez">
          <p:graphicFrame>
            <p:nvGraphicFramePr>
              <p:cNvPr id="7" name="节缩放定位 6">
                <a:extLst>
                  <a:ext uri="{FF2B5EF4-FFF2-40B4-BE49-F238E27FC236}">
                    <a16:creationId xmlns:a16="http://schemas.microsoft.com/office/drawing/2014/main" id="{35660209-843D-4A7A-B827-C322CB472CB4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137630723"/>
                  </p:ext>
                </p:extLst>
              </p:nvPr>
            </p:nvGraphicFramePr>
            <p:xfrm>
              <a:off x="5131414" y="1958051"/>
              <a:ext cx="2257982" cy="1270115"/>
            </p:xfrm>
            <a:graphic>
              <a:graphicData uri="http://schemas.microsoft.com/office/powerpoint/2016/sectionzoom">
                <psez:sectionZm>
                  <psez:sectionZmObj sectionId="{EA574EBF-82AA-4B3C-931D-42695EAB0157}">
                    <psez:zmPr id="{C981BFE8-5658-4881-99CE-116EF4B946CB}" transitionDur="1000">
                      <p166:blipFill xmlns:p166="http://schemas.microsoft.com/office/powerpoint/2016/6/main">
                        <a:blip r:embed="rId4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2257982" cy="1270115"/>
                        </a:xfrm>
                        <a:prstGeom prst="ellipse">
                          <a:avLst/>
                        </a:prstGeom>
                        <a:ln w="63500" cap="rnd">
                          <a:solidFill>
                            <a:srgbClr val="333333"/>
                          </a:solidFill>
                        </a:ln>
                        <a:effectLst>
                          <a:outerShdw blurRad="381000" dist="292100" dir="5400000" sx="-80000" sy="-18000" rotWithShape="0">
                            <a:srgbClr val="000000">
                              <a:alpha val="22000"/>
                            </a:srgbClr>
                          </a:outerShdw>
                        </a:effectLst>
                        <a:scene3d>
                          <a:camera prst="orthographicFront"/>
                          <a:lightRig rig="contrasting" dir="t">
                            <a:rot lat="0" lon="0" rev="3000000"/>
                          </a:lightRig>
                        </a:scene3d>
                        <a:sp3d contourW="7620">
                          <a:bevelT w="95250" h="31750"/>
                          <a:contourClr>
                            <a:srgbClr val="333333"/>
                          </a:contourClr>
                        </a:sp3d>
                      </p166:spPr>
                    </psez:zmPr>
                  </psez:sectionZmObj>
                </psez:sectionZm>
              </a:graphicData>
            </a:graphic>
          </p:graphicFrame>
        </mc:Choice>
        <mc:Fallback>
          <p:pic>
            <p:nvPicPr>
              <p:cNvPr id="7" name="节缩放定位 6">
                <a:hlinkClick r:id="rId5" action="ppaction://hlinksldjump"/>
                <a:extLst>
                  <a:ext uri="{FF2B5EF4-FFF2-40B4-BE49-F238E27FC236}">
                    <a16:creationId xmlns:a16="http://schemas.microsoft.com/office/drawing/2014/main" id="{35660209-843D-4A7A-B827-C322CB472CB4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131414" y="1958051"/>
                <a:ext cx="2257982" cy="1270115"/>
              </a:xfrm>
              <a:prstGeom prst="ellipse">
                <a:avLst/>
              </a:prstGeom>
              <a:ln w="63500" cap="rnd">
                <a:solidFill>
                  <a:srgbClr val="333333"/>
                </a:solidFill>
              </a:ln>
              <a:effectLst>
                <a:outerShdw blurRad="381000" dist="292100" dir="5400000" sx="-80000" sy="-18000" rotWithShape="0">
                  <a:srgbClr val="000000">
                    <a:alpha val="22000"/>
                  </a:srgbClr>
                </a:outerShdw>
              </a:effectLst>
              <a:scene3d>
                <a:camera prst="orthographicFront"/>
                <a:lightRig rig="contrasting" dir="t">
                  <a:rot lat="0" lon="0" rev="3000000"/>
                </a:lightRig>
              </a:scene3d>
              <a:sp3d contourW="7620">
                <a:bevelT w="95250" h="31750"/>
                <a:contourClr>
                  <a:srgbClr val="333333"/>
                </a:contourClr>
              </a:sp3d>
            </p:spPr>
          </p:pic>
        </mc:Fallback>
      </mc:AlternateContent>
      <mc:AlternateContent xmlns:mc="http://schemas.openxmlformats.org/markup-compatibility/2006">
        <mc:Choice xmlns:psez="http://schemas.microsoft.com/office/powerpoint/2016/sectionzoom" Requires="psez">
          <p:graphicFrame>
            <p:nvGraphicFramePr>
              <p:cNvPr id="9" name="节缩放定位 8">
                <a:extLst>
                  <a:ext uri="{FF2B5EF4-FFF2-40B4-BE49-F238E27FC236}">
                    <a16:creationId xmlns:a16="http://schemas.microsoft.com/office/drawing/2014/main" id="{34407ADF-B519-43DB-A403-02FBF9481E24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429454262"/>
                  </p:ext>
                </p:extLst>
              </p:nvPr>
            </p:nvGraphicFramePr>
            <p:xfrm>
              <a:off x="5131414" y="3370405"/>
              <a:ext cx="2257982" cy="1270115"/>
            </p:xfrm>
            <a:graphic>
              <a:graphicData uri="http://schemas.microsoft.com/office/powerpoint/2016/sectionzoom">
                <psez:sectionZm>
                  <psez:sectionZmObj sectionId="{6020DC4A-1F03-4A08-A79D-11A8537B1637}">
                    <psez:zmPr id="{2B65BEF8-B5C6-4EA0-ABCF-6DE13F700667}" transitionDur="1000">
                      <p166:blipFill xmlns:p166="http://schemas.microsoft.com/office/powerpoint/2016/6/main">
                        <a:blip r:embed="rId6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2257982" cy="1270115"/>
                        </a:xfrm>
                        <a:prstGeom prst="ellipse">
                          <a:avLst/>
                        </a:prstGeom>
                        <a:ln w="63500" cap="rnd">
                          <a:solidFill>
                            <a:srgbClr val="333333"/>
                          </a:solidFill>
                        </a:ln>
                        <a:effectLst>
                          <a:outerShdw blurRad="381000" dist="292100" dir="5400000" sx="-80000" sy="-18000" rotWithShape="0">
                            <a:srgbClr val="000000">
                              <a:alpha val="22000"/>
                            </a:srgbClr>
                          </a:outerShdw>
                        </a:effectLst>
                        <a:scene3d>
                          <a:camera prst="orthographicFront"/>
                          <a:lightRig rig="contrasting" dir="t">
                            <a:rot lat="0" lon="0" rev="3000000"/>
                          </a:lightRig>
                        </a:scene3d>
                        <a:sp3d contourW="7620">
                          <a:bevelT w="95250" h="31750"/>
                          <a:contourClr>
                            <a:srgbClr val="333333"/>
                          </a:contourClr>
                        </a:sp3d>
                      </p166:spPr>
                    </psez:zmPr>
                  </psez:sectionZmObj>
                </psez:sectionZm>
              </a:graphicData>
            </a:graphic>
          </p:graphicFrame>
        </mc:Choice>
        <mc:Fallback>
          <p:pic>
            <p:nvPicPr>
              <p:cNvPr id="9" name="节缩放定位 8">
                <a:hlinkClick r:id="rId7" action="ppaction://hlinksldjump"/>
                <a:extLst>
                  <a:ext uri="{FF2B5EF4-FFF2-40B4-BE49-F238E27FC236}">
                    <a16:creationId xmlns:a16="http://schemas.microsoft.com/office/drawing/2014/main" id="{34407ADF-B519-43DB-A403-02FBF9481E24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131414" y="3370405"/>
                <a:ext cx="2257982" cy="1270115"/>
              </a:xfrm>
              <a:prstGeom prst="ellipse">
                <a:avLst/>
              </a:prstGeom>
              <a:ln w="63500" cap="rnd">
                <a:solidFill>
                  <a:srgbClr val="333333"/>
                </a:solidFill>
              </a:ln>
              <a:effectLst>
                <a:outerShdw blurRad="381000" dist="292100" dir="5400000" sx="-80000" sy="-18000" rotWithShape="0">
                  <a:srgbClr val="000000">
                    <a:alpha val="22000"/>
                  </a:srgbClr>
                </a:outerShdw>
              </a:effectLst>
              <a:scene3d>
                <a:camera prst="orthographicFront"/>
                <a:lightRig rig="contrasting" dir="t">
                  <a:rot lat="0" lon="0" rev="3000000"/>
                </a:lightRig>
              </a:scene3d>
              <a:sp3d contourW="7620">
                <a:bevelT w="95250" h="31750"/>
                <a:contourClr>
                  <a:srgbClr val="333333"/>
                </a:contourClr>
              </a:sp3d>
            </p:spPr>
          </p:pic>
        </mc:Fallback>
      </mc:AlternateContent>
      <mc:AlternateContent xmlns:mc="http://schemas.openxmlformats.org/markup-compatibility/2006">
        <mc:Choice xmlns:psez="http://schemas.microsoft.com/office/powerpoint/2016/sectionzoom" Requires="psez">
          <p:graphicFrame>
            <p:nvGraphicFramePr>
              <p:cNvPr id="11" name="节缩放定位 10">
                <a:extLst>
                  <a:ext uri="{FF2B5EF4-FFF2-40B4-BE49-F238E27FC236}">
                    <a16:creationId xmlns:a16="http://schemas.microsoft.com/office/drawing/2014/main" id="{1D9358F6-CA0C-4894-BECD-25ECAEC92ED8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182698072"/>
                  </p:ext>
                </p:extLst>
              </p:nvPr>
            </p:nvGraphicFramePr>
            <p:xfrm>
              <a:off x="5231629" y="4726997"/>
              <a:ext cx="2257982" cy="1270115"/>
            </p:xfrm>
            <a:graphic>
              <a:graphicData uri="http://schemas.microsoft.com/office/powerpoint/2016/sectionzoom">
                <psez:sectionZm>
                  <psez:sectionZmObj sectionId="{3531FB2C-8227-42F4-965E-D812BE02F74E}">
                    <psez:zmPr id="{E0A9CFAF-00AF-46D7-A03E-149601EE1EC4}" transitionDur="1000">
                      <p166:blipFill xmlns:p166="http://schemas.microsoft.com/office/powerpoint/2016/6/main">
                        <a:blip r:embed="rId8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2257982" cy="1270115"/>
                        </a:xfrm>
                        <a:prstGeom prst="ellipse">
                          <a:avLst/>
                        </a:prstGeom>
                        <a:ln w="63500" cap="rnd">
                          <a:solidFill>
                            <a:srgbClr val="333333"/>
                          </a:solidFill>
                        </a:ln>
                        <a:effectLst>
                          <a:outerShdw blurRad="381000" dist="292100" dir="5400000" sx="-80000" sy="-18000" rotWithShape="0">
                            <a:srgbClr val="000000">
                              <a:alpha val="22000"/>
                            </a:srgbClr>
                          </a:outerShdw>
                        </a:effectLst>
                        <a:scene3d>
                          <a:camera prst="orthographicFront"/>
                          <a:lightRig rig="contrasting" dir="t">
                            <a:rot lat="0" lon="0" rev="3000000"/>
                          </a:lightRig>
                        </a:scene3d>
                        <a:sp3d contourW="7620">
                          <a:bevelT w="95250" h="31750"/>
                          <a:contourClr>
                            <a:srgbClr val="333333"/>
                          </a:contourClr>
                        </a:sp3d>
                      </p166:spPr>
                    </psez:zmPr>
                  </psez:sectionZmObj>
                </psez:sectionZm>
              </a:graphicData>
            </a:graphic>
          </p:graphicFrame>
        </mc:Choice>
        <mc:Fallback>
          <p:pic>
            <p:nvPicPr>
              <p:cNvPr id="11" name="节缩放定位 10">
                <a:hlinkClick r:id="rId9" action="ppaction://hlinksldjump"/>
                <a:extLst>
                  <a:ext uri="{FF2B5EF4-FFF2-40B4-BE49-F238E27FC236}">
                    <a16:creationId xmlns:a16="http://schemas.microsoft.com/office/drawing/2014/main" id="{1D9358F6-CA0C-4894-BECD-25ECAEC92ED8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231629" y="4726997"/>
                <a:ext cx="2257982" cy="1270115"/>
              </a:xfrm>
              <a:prstGeom prst="ellipse">
                <a:avLst/>
              </a:prstGeom>
              <a:ln w="63500" cap="rnd">
                <a:solidFill>
                  <a:srgbClr val="333333"/>
                </a:solidFill>
              </a:ln>
              <a:effectLst>
                <a:outerShdw blurRad="381000" dist="292100" dir="5400000" sx="-80000" sy="-18000" rotWithShape="0">
                  <a:srgbClr val="000000">
                    <a:alpha val="22000"/>
                  </a:srgbClr>
                </a:outerShdw>
              </a:effectLst>
              <a:scene3d>
                <a:camera prst="orthographicFront"/>
                <a:lightRig rig="contrasting" dir="t">
                  <a:rot lat="0" lon="0" rev="3000000"/>
                </a:lightRig>
              </a:scene3d>
              <a:sp3d contourW="7620">
                <a:bevelT w="95250" h="31750"/>
                <a:contourClr>
                  <a:srgbClr val="333333"/>
                </a:contourClr>
              </a:sp3d>
            </p:spPr>
          </p:pic>
        </mc:Fallback>
      </mc:AlternateContent>
      <mc:AlternateContent xmlns:mc="http://schemas.openxmlformats.org/markup-compatibility/2006">
        <mc:Choice xmlns:psez="http://schemas.microsoft.com/office/powerpoint/2016/sectionzoom" Requires="psez">
          <p:graphicFrame>
            <p:nvGraphicFramePr>
              <p:cNvPr id="13" name="节缩放定位 12">
                <a:extLst>
                  <a:ext uri="{FF2B5EF4-FFF2-40B4-BE49-F238E27FC236}">
                    <a16:creationId xmlns:a16="http://schemas.microsoft.com/office/drawing/2014/main" id="{34156301-FE08-4B10-8E90-1346D10A153D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084173668"/>
                  </p:ext>
                </p:extLst>
              </p:nvPr>
            </p:nvGraphicFramePr>
            <p:xfrm>
              <a:off x="7516090" y="662072"/>
              <a:ext cx="2257982" cy="1270115"/>
            </p:xfrm>
            <a:graphic>
              <a:graphicData uri="http://schemas.microsoft.com/office/powerpoint/2016/sectionzoom">
                <psez:sectionZm>
                  <psez:sectionZmObj sectionId="{C5E45EDF-3ACC-4111-A88C-629C1D757EE8}">
                    <psez:zmPr id="{F7CCB259-4394-4A0B-95BD-640877522FAA}" transitionDur="1000">
                      <p166:blipFill xmlns:p166="http://schemas.microsoft.com/office/powerpoint/2016/6/main">
                        <a:blip r:embed="rId10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2257982" cy="1270115"/>
                        </a:xfrm>
                        <a:prstGeom prst="ellipse">
                          <a:avLst/>
                        </a:prstGeom>
                        <a:ln w="63500" cap="rnd">
                          <a:solidFill>
                            <a:srgbClr val="333333"/>
                          </a:solidFill>
                        </a:ln>
                        <a:effectLst>
                          <a:outerShdw blurRad="381000" dist="292100" dir="5400000" sx="-80000" sy="-18000" rotWithShape="0">
                            <a:srgbClr val="000000">
                              <a:alpha val="22000"/>
                            </a:srgbClr>
                          </a:outerShdw>
                        </a:effectLst>
                        <a:scene3d>
                          <a:camera prst="orthographicFront"/>
                          <a:lightRig rig="contrasting" dir="t">
                            <a:rot lat="0" lon="0" rev="3000000"/>
                          </a:lightRig>
                        </a:scene3d>
                        <a:sp3d contourW="7620">
                          <a:bevelT w="95250" h="31750"/>
                          <a:contourClr>
                            <a:srgbClr val="333333"/>
                          </a:contourClr>
                        </a:sp3d>
                      </p166:spPr>
                    </psez:zmPr>
                  </psez:sectionZmObj>
                </psez:sectionZm>
              </a:graphicData>
            </a:graphic>
          </p:graphicFrame>
        </mc:Choice>
        <mc:Fallback>
          <p:pic>
            <p:nvPicPr>
              <p:cNvPr id="13" name="节缩放定位 12">
                <a:hlinkClick r:id="rId11" action="ppaction://hlinksldjump"/>
                <a:extLst>
                  <a:ext uri="{FF2B5EF4-FFF2-40B4-BE49-F238E27FC236}">
                    <a16:creationId xmlns:a16="http://schemas.microsoft.com/office/drawing/2014/main" id="{34156301-FE08-4B10-8E90-1346D10A153D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7516090" y="662072"/>
                <a:ext cx="2257982" cy="1270115"/>
              </a:xfrm>
              <a:prstGeom prst="ellipse">
                <a:avLst/>
              </a:prstGeom>
              <a:ln w="63500" cap="rnd">
                <a:solidFill>
                  <a:srgbClr val="333333"/>
                </a:solidFill>
              </a:ln>
              <a:effectLst>
                <a:outerShdw blurRad="381000" dist="292100" dir="5400000" sx="-80000" sy="-18000" rotWithShape="0">
                  <a:srgbClr val="000000">
                    <a:alpha val="22000"/>
                  </a:srgbClr>
                </a:outerShdw>
              </a:effectLst>
              <a:scene3d>
                <a:camera prst="orthographicFront"/>
                <a:lightRig rig="contrasting" dir="t">
                  <a:rot lat="0" lon="0" rev="3000000"/>
                </a:lightRig>
              </a:scene3d>
              <a:sp3d contourW="7620">
                <a:bevelT w="95250" h="31750"/>
                <a:contourClr>
                  <a:srgbClr val="333333"/>
                </a:contourClr>
              </a:sp3d>
            </p:spPr>
          </p:pic>
        </mc:Fallback>
      </mc:AlternateContent>
      <mc:AlternateContent xmlns:mc="http://schemas.openxmlformats.org/markup-compatibility/2006">
        <mc:Choice xmlns:psez="http://schemas.microsoft.com/office/powerpoint/2016/sectionzoom" Requires="psez">
          <p:graphicFrame>
            <p:nvGraphicFramePr>
              <p:cNvPr id="15" name="节缩放定位 14">
                <a:extLst>
                  <a:ext uri="{FF2B5EF4-FFF2-40B4-BE49-F238E27FC236}">
                    <a16:creationId xmlns:a16="http://schemas.microsoft.com/office/drawing/2014/main" id="{40E3DFCC-FAA7-427D-BCED-739F77915329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477599461"/>
                  </p:ext>
                </p:extLst>
              </p:nvPr>
            </p:nvGraphicFramePr>
            <p:xfrm>
              <a:off x="7516090" y="2018663"/>
              <a:ext cx="2257982" cy="1270115"/>
            </p:xfrm>
            <a:graphic>
              <a:graphicData uri="http://schemas.microsoft.com/office/powerpoint/2016/sectionzoom">
                <psez:sectionZm>
                  <psez:sectionZmObj sectionId="{AA32F48C-2D61-431D-A35C-D4474D8D838C}">
                    <psez:zmPr id="{F0C5E259-F6ED-420A-A417-D9DEC41C2450}" transitionDur="1000">
                      <p166:blipFill xmlns:p166="http://schemas.microsoft.com/office/powerpoint/2016/6/main">
                        <a:blip r:embed="rId12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2257982" cy="1270115"/>
                        </a:xfrm>
                        <a:prstGeom prst="ellipse">
                          <a:avLst/>
                        </a:prstGeom>
                        <a:ln w="63500" cap="rnd">
                          <a:solidFill>
                            <a:srgbClr val="333333"/>
                          </a:solidFill>
                        </a:ln>
                        <a:effectLst>
                          <a:outerShdw blurRad="381000" dist="292100" dir="5400000" sx="-80000" sy="-18000" rotWithShape="0">
                            <a:srgbClr val="000000">
                              <a:alpha val="22000"/>
                            </a:srgbClr>
                          </a:outerShdw>
                        </a:effectLst>
                        <a:scene3d>
                          <a:camera prst="orthographicFront"/>
                          <a:lightRig rig="contrasting" dir="t">
                            <a:rot lat="0" lon="0" rev="3000000"/>
                          </a:lightRig>
                        </a:scene3d>
                        <a:sp3d contourW="7620">
                          <a:bevelT w="95250" h="31750"/>
                          <a:contourClr>
                            <a:srgbClr val="333333"/>
                          </a:contourClr>
                        </a:sp3d>
                      </p166:spPr>
                    </psez:zmPr>
                  </psez:sectionZmObj>
                </psez:sectionZm>
              </a:graphicData>
            </a:graphic>
          </p:graphicFrame>
        </mc:Choice>
        <mc:Fallback>
          <p:pic>
            <p:nvPicPr>
              <p:cNvPr id="15" name="节缩放定位 14">
                <a:hlinkClick r:id="rId13" action="ppaction://hlinksldjump"/>
                <a:extLst>
                  <a:ext uri="{FF2B5EF4-FFF2-40B4-BE49-F238E27FC236}">
                    <a16:creationId xmlns:a16="http://schemas.microsoft.com/office/drawing/2014/main" id="{40E3DFCC-FAA7-427D-BCED-739F77915329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7516090" y="2018663"/>
                <a:ext cx="2257982" cy="1270115"/>
              </a:xfrm>
              <a:prstGeom prst="ellipse">
                <a:avLst/>
              </a:prstGeom>
              <a:ln w="63500" cap="rnd">
                <a:solidFill>
                  <a:srgbClr val="333333"/>
                </a:solidFill>
              </a:ln>
              <a:effectLst>
                <a:outerShdw blurRad="381000" dist="292100" dir="5400000" sx="-80000" sy="-18000" rotWithShape="0">
                  <a:srgbClr val="000000">
                    <a:alpha val="22000"/>
                  </a:srgbClr>
                </a:outerShdw>
              </a:effectLst>
              <a:scene3d>
                <a:camera prst="orthographicFront"/>
                <a:lightRig rig="contrasting" dir="t">
                  <a:rot lat="0" lon="0" rev="3000000"/>
                </a:lightRig>
              </a:scene3d>
              <a:sp3d contourW="7620">
                <a:bevelT w="95250" h="31750"/>
                <a:contourClr>
                  <a:srgbClr val="333333"/>
                </a:contourClr>
              </a:sp3d>
            </p:spPr>
          </p:pic>
        </mc:Fallback>
      </mc:AlternateContent>
      <mc:AlternateContent xmlns:mc="http://schemas.openxmlformats.org/markup-compatibility/2006">
        <mc:Choice xmlns:psez="http://schemas.microsoft.com/office/powerpoint/2016/sectionzoom" Requires="psez">
          <p:graphicFrame>
            <p:nvGraphicFramePr>
              <p:cNvPr id="17" name="节缩放定位 16">
                <a:extLst>
                  <a:ext uri="{FF2B5EF4-FFF2-40B4-BE49-F238E27FC236}">
                    <a16:creationId xmlns:a16="http://schemas.microsoft.com/office/drawing/2014/main" id="{3DF73AEC-C550-4F48-95E2-969D27C1D66A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936154847"/>
                  </p:ext>
                </p:extLst>
              </p:nvPr>
            </p:nvGraphicFramePr>
            <p:xfrm>
              <a:off x="7589827" y="3370406"/>
              <a:ext cx="2257982" cy="1270115"/>
            </p:xfrm>
            <a:graphic>
              <a:graphicData uri="http://schemas.microsoft.com/office/powerpoint/2016/sectionzoom">
                <psez:sectionZm>
                  <psez:sectionZmObj sectionId="{DFBA8C25-2879-43B7-8E06-8D691A420317}">
                    <psez:zmPr id="{3D49CAAA-9C54-446E-AA8B-68F250C5666B}" transitionDur="1000">
                      <p166:blipFill xmlns:p166="http://schemas.microsoft.com/office/powerpoint/2016/6/main">
                        <a:blip r:embed="rId14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2257982" cy="1270115"/>
                        </a:xfrm>
                        <a:prstGeom prst="ellipse">
                          <a:avLst/>
                        </a:prstGeom>
                        <a:ln w="63500" cap="rnd">
                          <a:solidFill>
                            <a:srgbClr val="333333"/>
                          </a:solidFill>
                        </a:ln>
                        <a:effectLst>
                          <a:outerShdw blurRad="381000" dist="292100" dir="5400000" sx="-80000" sy="-18000" rotWithShape="0">
                            <a:srgbClr val="000000">
                              <a:alpha val="22000"/>
                            </a:srgbClr>
                          </a:outerShdw>
                        </a:effectLst>
                        <a:scene3d>
                          <a:camera prst="orthographicFront"/>
                          <a:lightRig rig="contrasting" dir="t">
                            <a:rot lat="0" lon="0" rev="3000000"/>
                          </a:lightRig>
                        </a:scene3d>
                        <a:sp3d contourW="7620">
                          <a:bevelT w="95250" h="31750"/>
                          <a:contourClr>
                            <a:srgbClr val="333333"/>
                          </a:contourClr>
                        </a:sp3d>
                      </p166:spPr>
                    </psez:zmPr>
                  </psez:sectionZmObj>
                </psez:sectionZm>
              </a:graphicData>
            </a:graphic>
          </p:graphicFrame>
        </mc:Choice>
        <mc:Fallback>
          <p:pic>
            <p:nvPicPr>
              <p:cNvPr id="17" name="节缩放定位 16">
                <a:hlinkClick r:id="rId15" action="ppaction://hlinksldjump"/>
                <a:extLst>
                  <a:ext uri="{FF2B5EF4-FFF2-40B4-BE49-F238E27FC236}">
                    <a16:creationId xmlns:a16="http://schemas.microsoft.com/office/drawing/2014/main" id="{3DF73AEC-C550-4F48-95E2-969D27C1D66A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7589827" y="3370406"/>
                <a:ext cx="2257982" cy="1270115"/>
              </a:xfrm>
              <a:prstGeom prst="ellipse">
                <a:avLst/>
              </a:prstGeom>
              <a:ln w="63500" cap="rnd">
                <a:solidFill>
                  <a:srgbClr val="333333"/>
                </a:solidFill>
              </a:ln>
              <a:effectLst>
                <a:outerShdw blurRad="381000" dist="292100" dir="5400000" sx="-80000" sy="-18000" rotWithShape="0">
                  <a:srgbClr val="000000">
                    <a:alpha val="22000"/>
                  </a:srgbClr>
                </a:outerShdw>
              </a:effectLst>
              <a:scene3d>
                <a:camera prst="orthographicFront"/>
                <a:lightRig rig="contrasting" dir="t">
                  <a:rot lat="0" lon="0" rev="3000000"/>
                </a:lightRig>
              </a:scene3d>
              <a:sp3d contourW="7620">
                <a:bevelT w="95250" h="31750"/>
                <a:contourClr>
                  <a:srgbClr val="333333"/>
                </a:contourClr>
              </a:sp3d>
            </p:spPr>
          </p:pic>
        </mc:Fallback>
      </mc:AlternateContent>
      <mc:AlternateContent xmlns:mc="http://schemas.openxmlformats.org/markup-compatibility/2006">
        <mc:Choice xmlns:psez="http://schemas.microsoft.com/office/powerpoint/2016/sectionzoom" Requires="psez">
          <p:graphicFrame>
            <p:nvGraphicFramePr>
              <p:cNvPr id="19" name="节缩放定位 18">
                <a:extLst>
                  <a:ext uri="{FF2B5EF4-FFF2-40B4-BE49-F238E27FC236}">
                    <a16:creationId xmlns:a16="http://schemas.microsoft.com/office/drawing/2014/main" id="{B8233B92-04C9-428C-8743-9E059F046D04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697015634"/>
                  </p:ext>
                </p:extLst>
              </p:nvPr>
            </p:nvGraphicFramePr>
            <p:xfrm>
              <a:off x="7589827" y="4726997"/>
              <a:ext cx="2257982" cy="1270115"/>
            </p:xfrm>
            <a:graphic>
              <a:graphicData uri="http://schemas.microsoft.com/office/powerpoint/2016/sectionzoom">
                <psez:sectionZm>
                  <psez:sectionZmObj sectionId="{87229445-CB43-4A7D-8B69-4AA143156C9A}">
                    <psez:zmPr id="{815E473B-B411-4C27-81A3-12C4A5C5544D}" transitionDur="1000">
                      <p166:blipFill xmlns:p166="http://schemas.microsoft.com/office/powerpoint/2016/6/main">
                        <a:blip r:embed="rId16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2257982" cy="1270115"/>
                        </a:xfrm>
                        <a:prstGeom prst="ellipse">
                          <a:avLst/>
                        </a:prstGeom>
                        <a:ln w="63500" cap="rnd">
                          <a:solidFill>
                            <a:srgbClr val="333333"/>
                          </a:solidFill>
                        </a:ln>
                        <a:effectLst>
                          <a:outerShdw blurRad="381000" dist="292100" dir="5400000" sx="-80000" sy="-18000" rotWithShape="0">
                            <a:srgbClr val="000000">
                              <a:alpha val="22000"/>
                            </a:srgbClr>
                          </a:outerShdw>
                        </a:effectLst>
                        <a:scene3d>
                          <a:camera prst="orthographicFront"/>
                          <a:lightRig rig="contrasting" dir="t">
                            <a:rot lat="0" lon="0" rev="3000000"/>
                          </a:lightRig>
                        </a:scene3d>
                        <a:sp3d contourW="7620">
                          <a:bevelT w="95250" h="31750"/>
                          <a:contourClr>
                            <a:srgbClr val="333333"/>
                          </a:contourClr>
                        </a:sp3d>
                      </p166:spPr>
                    </psez:zmPr>
                  </psez:sectionZmObj>
                </psez:sectionZm>
              </a:graphicData>
            </a:graphic>
          </p:graphicFrame>
        </mc:Choice>
        <mc:Fallback>
          <p:pic>
            <p:nvPicPr>
              <p:cNvPr id="19" name="节缩放定位 18">
                <a:hlinkClick r:id="rId17" action="ppaction://hlinksldjump"/>
                <a:extLst>
                  <a:ext uri="{FF2B5EF4-FFF2-40B4-BE49-F238E27FC236}">
                    <a16:creationId xmlns:a16="http://schemas.microsoft.com/office/drawing/2014/main" id="{B8233B92-04C9-428C-8743-9E059F046D04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7589827" y="4726997"/>
                <a:ext cx="2257982" cy="1270115"/>
              </a:xfrm>
              <a:prstGeom prst="ellipse">
                <a:avLst/>
              </a:prstGeom>
              <a:ln w="63500" cap="rnd">
                <a:solidFill>
                  <a:srgbClr val="333333"/>
                </a:solidFill>
              </a:ln>
              <a:effectLst>
                <a:outerShdw blurRad="381000" dist="292100" dir="5400000" sx="-80000" sy="-18000" rotWithShape="0">
                  <a:srgbClr val="000000">
                    <a:alpha val="22000"/>
                  </a:srgbClr>
                </a:outerShdw>
              </a:effectLst>
              <a:scene3d>
                <a:camera prst="orthographicFront"/>
                <a:lightRig rig="contrasting" dir="t">
                  <a:rot lat="0" lon="0" rev="3000000"/>
                </a:lightRig>
              </a:scene3d>
              <a:sp3d contourW="7620">
                <a:bevelT w="95250" h="31750"/>
                <a:contourClr>
                  <a:srgbClr val="333333"/>
                </a:contourClr>
              </a:sp3d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7277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5891815" y="3000270"/>
            <a:ext cx="2993171" cy="857460"/>
            <a:chOff x="5588007" y="1590635"/>
            <a:chExt cx="2993171" cy="857460"/>
          </a:xfrm>
        </p:grpSpPr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41B256AE-680D-4CCC-B51F-B69BF45F0365}"/>
                </a:ext>
              </a:extLst>
            </p:cNvPr>
            <p:cNvSpPr txBox="1"/>
            <p:nvPr/>
          </p:nvSpPr>
          <p:spPr>
            <a:xfrm>
              <a:off x="6549853" y="1696200"/>
              <a:ext cx="2031325" cy="646331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3600" b="1" dirty="0">
                  <a:solidFill>
                    <a:prstClr val="black"/>
                  </a:solidFill>
                  <a:latin typeface="Century Gothic" panose="020B0502020202020204" pitchFamily="34" charset="0"/>
                  <a:ea typeface="微软雅黑" panose="020B0503020204020204" pitchFamily="34" charset="-122"/>
                  <a:sym typeface="+mn-lt"/>
                </a:rPr>
                <a:t>参考文档</a:t>
              </a:r>
              <a:endPara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20" name="椭圆 19">
              <a:extLst>
                <a:ext uri="{FF2B5EF4-FFF2-40B4-BE49-F238E27FC236}">
                  <a16:creationId xmlns:a16="http://schemas.microsoft.com/office/drawing/2014/main" id="{4CD969C8-E62F-446D-85AA-293C5C9F7396}"/>
                </a:ext>
              </a:extLst>
            </p:cNvPr>
            <p:cNvSpPr/>
            <p:nvPr/>
          </p:nvSpPr>
          <p:spPr>
            <a:xfrm>
              <a:off x="5588007" y="1590635"/>
              <a:ext cx="857459" cy="85746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4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entury Gothic" panose="020B0502020202020204" pitchFamily="34" charset="0"/>
                  <a:ea typeface="微软雅黑" panose="020B0503020204020204" pitchFamily="34" charset="-122"/>
                  <a:cs typeface="+mn-cs"/>
                </a:rPr>
                <a:t>3</a:t>
              </a:r>
              <a:endPara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 pitchFamily="34" charset="0"/>
                <a:ea typeface="微软雅黑" panose="020B0503020204020204" pitchFamily="34" charset="-122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98360989"/>
      </p:ext>
    </p:extLst>
  </p:cSld>
  <p:clrMapOvr>
    <a:masterClrMapping/>
  </p:clrMapOvr>
  <p:transition spd="med">
    <p:pull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A41DEAD0-3D02-49E5-BF50-693764EA3C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2442" y="69677"/>
            <a:ext cx="6147116" cy="6718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45836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5891815" y="3000270"/>
            <a:ext cx="2993171" cy="857460"/>
            <a:chOff x="5588007" y="1590635"/>
            <a:chExt cx="2993171" cy="857460"/>
          </a:xfrm>
        </p:grpSpPr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41B256AE-680D-4CCC-B51F-B69BF45F0365}"/>
                </a:ext>
              </a:extLst>
            </p:cNvPr>
            <p:cNvSpPr txBox="1"/>
            <p:nvPr/>
          </p:nvSpPr>
          <p:spPr>
            <a:xfrm>
              <a:off x="6549853" y="1696200"/>
              <a:ext cx="2031325" cy="646331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3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 pitchFamily="34" charset="0"/>
                  <a:ea typeface="微软雅黑" panose="020B0503020204020204" pitchFamily="34" charset="-122"/>
                  <a:cs typeface="+mn-cs"/>
                  <a:sym typeface="+mn-lt"/>
                </a:rPr>
                <a:t>后续规划</a:t>
              </a:r>
            </a:p>
          </p:txBody>
        </p:sp>
        <p:sp>
          <p:nvSpPr>
            <p:cNvPr id="20" name="椭圆 19">
              <a:extLst>
                <a:ext uri="{FF2B5EF4-FFF2-40B4-BE49-F238E27FC236}">
                  <a16:creationId xmlns:a16="http://schemas.microsoft.com/office/drawing/2014/main" id="{4CD969C8-E62F-446D-85AA-293C5C9F7396}"/>
                </a:ext>
              </a:extLst>
            </p:cNvPr>
            <p:cNvSpPr/>
            <p:nvPr/>
          </p:nvSpPr>
          <p:spPr>
            <a:xfrm>
              <a:off x="5588007" y="1590635"/>
              <a:ext cx="857459" cy="85746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zh-CN" sz="4000" b="1" dirty="0">
                  <a:solidFill>
                    <a:prstClr val="white"/>
                  </a:solidFill>
                  <a:latin typeface="Century Gothic" panose="020B0502020202020204" pitchFamily="34" charset="0"/>
                  <a:ea typeface="微软雅黑" panose="020B0503020204020204" pitchFamily="34" charset="-122"/>
                </a:rPr>
                <a:t>4</a:t>
              </a:r>
              <a:endPara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 pitchFamily="34" charset="0"/>
                <a:ea typeface="微软雅黑" panose="020B0503020204020204" pitchFamily="34" charset="-122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82997927"/>
      </p:ext>
    </p:extLst>
  </p:cSld>
  <p:clrMapOvr>
    <a:masterClrMapping/>
  </p:clrMapOvr>
  <p:transition spd="med">
    <p:pull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流程图: 存储数据 9">
            <a:extLst>
              <a:ext uri="{FF2B5EF4-FFF2-40B4-BE49-F238E27FC236}">
                <a16:creationId xmlns:a16="http://schemas.microsoft.com/office/drawing/2014/main" id="{CDCC11F1-94E5-48D2-92F4-3044357C0302}"/>
              </a:ext>
            </a:extLst>
          </p:cNvPr>
          <p:cNvSpPr/>
          <p:nvPr/>
        </p:nvSpPr>
        <p:spPr>
          <a:xfrm rot="10800000">
            <a:off x="3870961" y="0"/>
            <a:ext cx="9858895" cy="6858000"/>
          </a:xfrm>
          <a:prstGeom prst="flowChartOnlineStorage">
            <a:avLst/>
          </a:prstGeom>
          <a:gradFill flip="none" rotWithShape="1">
            <a:gsLst>
              <a:gs pos="0">
                <a:schemeClr val="tx2">
                  <a:lumMod val="75000"/>
                </a:schemeClr>
              </a:gs>
              <a:gs pos="48000">
                <a:schemeClr val="accent1">
                  <a:lumMod val="20000"/>
                  <a:lumOff val="80000"/>
                </a:schemeClr>
              </a:gs>
              <a:gs pos="100000">
                <a:schemeClr val="accent1">
                  <a:alpha val="0"/>
                  <a:lumMod val="0"/>
                  <a:lumOff val="10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4" name="流程图: 存储数据 3">
            <a:extLst>
              <a:ext uri="{FF2B5EF4-FFF2-40B4-BE49-F238E27FC236}">
                <a16:creationId xmlns:a16="http://schemas.microsoft.com/office/drawing/2014/main" id="{AA254E7F-FC5A-4D72-8738-B858DBCFF618}"/>
              </a:ext>
            </a:extLst>
          </p:cNvPr>
          <p:cNvSpPr/>
          <p:nvPr/>
        </p:nvSpPr>
        <p:spPr>
          <a:xfrm>
            <a:off x="-1494724" y="-638354"/>
            <a:ext cx="9858895" cy="6858000"/>
          </a:xfrm>
          <a:prstGeom prst="flowChartOnlineStorage">
            <a:avLst/>
          </a:prstGeom>
          <a:gradFill flip="none" rotWithShape="1">
            <a:gsLst>
              <a:gs pos="0">
                <a:schemeClr val="tx2">
                  <a:lumMod val="75000"/>
                </a:schemeClr>
              </a:gs>
              <a:gs pos="48000">
                <a:schemeClr val="accent1">
                  <a:lumMod val="20000"/>
                  <a:lumOff val="80000"/>
                </a:schemeClr>
              </a:gs>
              <a:gs pos="100000">
                <a:schemeClr val="accent1">
                  <a:alpha val="0"/>
                  <a:lumMod val="0"/>
                  <a:lumOff val="10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DE7E7C8-E265-4670-A1B5-60882DC1B5AD}"/>
              </a:ext>
            </a:extLst>
          </p:cNvPr>
          <p:cNvSpPr txBox="1"/>
          <p:nvPr/>
        </p:nvSpPr>
        <p:spPr>
          <a:xfrm>
            <a:off x="5080336" y="554239"/>
            <a:ext cx="2031325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3600" b="1" dirty="0">
                <a:solidFill>
                  <a:prstClr val="black"/>
                </a:solidFill>
                <a:latin typeface="Century Gothic" panose="020B0502020202020204" pitchFamily="34" charset="0"/>
                <a:ea typeface="微软雅黑" panose="020B0503020204020204" pitchFamily="34" charset="-122"/>
                <a:sym typeface="+mn-lt"/>
              </a:rPr>
              <a:t>后续规划</a:t>
            </a:r>
            <a:endParaRPr kumimoji="0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 pitchFamily="34" charset="0"/>
              <a:ea typeface="微软雅黑" panose="020B0503020204020204" pitchFamily="34" charset="-122"/>
              <a:cs typeface="+mn-cs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C2312EBD-9B2F-404F-B3C0-F6556CF1BAA2}"/>
              </a:ext>
            </a:extLst>
          </p:cNvPr>
          <p:cNvSpPr txBox="1"/>
          <p:nvPr/>
        </p:nvSpPr>
        <p:spPr>
          <a:xfrm>
            <a:off x="3664184" y="1754808"/>
            <a:ext cx="5497069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marR="0" lvl="0" indent="-571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lang="zh-CN" altLang="en-US" sz="2400" dirty="0">
                <a:solidFill>
                  <a:prstClr val="black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这周内完成市级的接口和界面编码</a:t>
            </a:r>
            <a:endParaRPr lang="en-US" altLang="zh-CN" sz="2400" dirty="0">
              <a:solidFill>
                <a:prstClr val="black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marL="571500" marR="0" lvl="0" indent="-571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lang="zh-CN" altLang="en-US" sz="2400" dirty="0">
                <a:solidFill>
                  <a:prstClr val="black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这周进行页面细节的调整</a:t>
            </a:r>
            <a:endParaRPr lang="en-US" altLang="zh-CN" sz="2400" dirty="0">
              <a:solidFill>
                <a:prstClr val="black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marL="571500" marR="0" lvl="0" indent="-571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</a:rPr>
              <a:t>下周进行每个模块的单元测试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marL="571500" marR="0" lvl="0" indent="-571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lang="zh-CN" altLang="en-US" sz="2400" dirty="0">
                <a:solidFill>
                  <a:prstClr val="black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下周进行整个项目的集体测试</a:t>
            </a:r>
            <a:endParaRPr lang="en-US" altLang="zh-CN" sz="2400" dirty="0">
              <a:solidFill>
                <a:prstClr val="black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marL="571500" marR="0" lvl="0" indent="-571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</a:rPr>
              <a:t>编写测试报告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marL="571500" marR="0" lvl="0" indent="-571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lang="zh-CN" altLang="en-US" sz="2400" noProof="0" dirty="0">
                <a:solidFill>
                  <a:prstClr val="black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修改</a:t>
            </a:r>
            <a:r>
              <a:rPr lang="en-US" altLang="zh-CN" sz="2400" noProof="0" dirty="0">
                <a:solidFill>
                  <a:prstClr val="black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BUG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marL="571500" marR="0" lvl="0" indent="-571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lang="zh-CN" altLang="en-US" sz="2400" dirty="0">
                <a:solidFill>
                  <a:prstClr val="black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部署项目部署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5486751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组合 31"/>
          <p:cNvGrpSpPr/>
          <p:nvPr/>
        </p:nvGrpSpPr>
        <p:grpSpPr>
          <a:xfrm>
            <a:off x="5101601" y="4009504"/>
            <a:ext cx="1988798" cy="1988798"/>
            <a:chOff x="5101601" y="4009504"/>
            <a:chExt cx="1988798" cy="1988798"/>
          </a:xfrm>
        </p:grpSpPr>
        <p:pic>
          <p:nvPicPr>
            <p:cNvPr id="31" name="图片 30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101601" y="4009504"/>
              <a:ext cx="1988798" cy="1988798"/>
            </a:xfrm>
            <a:prstGeom prst="rect">
              <a:avLst/>
            </a:prstGeom>
          </p:spPr>
        </p:pic>
        <p:sp>
          <p:nvSpPr>
            <p:cNvPr id="30" name="椭圆 29">
              <a:extLst>
                <a:ext uri="{FF2B5EF4-FFF2-40B4-BE49-F238E27FC236}">
                  <a16:creationId xmlns:a16="http://schemas.microsoft.com/office/drawing/2014/main" id="{68617FD1-C488-41EE-98E2-508D6D39FFE1}"/>
                </a:ext>
              </a:extLst>
            </p:cNvPr>
            <p:cNvSpPr/>
            <p:nvPr/>
          </p:nvSpPr>
          <p:spPr>
            <a:xfrm>
              <a:off x="5271802" y="4538044"/>
              <a:ext cx="1616075" cy="931718"/>
            </a:xfrm>
            <a:prstGeom prst="ellipse">
              <a:avLst/>
            </a:prstGeom>
            <a:no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3600" b="1" i="0" u="none" strike="noStrike" kern="1200" cap="none" spc="0" normalizeH="0" baseline="0" noProof="0" dirty="0">
                  <a:ln>
                    <a:noFill/>
                  </a:ln>
                  <a:solidFill>
                    <a:srgbClr val="E7D7B7"/>
                  </a:solidFill>
                  <a:effectLst>
                    <a:outerShdw blurRad="12700" dist="25400" dir="5400000" algn="t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微软雅黑"/>
                  <a:ea typeface="微软雅黑"/>
                  <a:cs typeface="+mn-cs"/>
                </a:rPr>
                <a:t>谢谢</a:t>
              </a:r>
            </a:p>
          </p:txBody>
        </p:sp>
      </p:grpSp>
    </p:spTree>
  </p:cSld>
  <p:clrMapOvr>
    <a:masterClrMapping/>
  </p:clrMapOvr>
  <p:transition spd="med">
    <p:pull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E88300CD-E641-4119-B8C0-6A628FA3CBE6}"/>
              </a:ext>
            </a:extLst>
          </p:cNvPr>
          <p:cNvSpPr txBox="1"/>
          <p:nvPr/>
        </p:nvSpPr>
        <p:spPr>
          <a:xfrm>
            <a:off x="3047308" y="2644170"/>
            <a:ext cx="609738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9600" dirty="0"/>
              <a:t>首页概览</a:t>
            </a:r>
            <a:endParaRPr lang="en-US" sz="9600" dirty="0"/>
          </a:p>
        </p:txBody>
      </p:sp>
    </p:spTree>
    <p:extLst>
      <p:ext uri="{BB962C8B-B14F-4D97-AF65-F5344CB8AC3E}">
        <p14:creationId xmlns:p14="http://schemas.microsoft.com/office/powerpoint/2010/main" val="416999728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流程图: 存储数据 3">
            <a:extLst>
              <a:ext uri="{FF2B5EF4-FFF2-40B4-BE49-F238E27FC236}">
                <a16:creationId xmlns:a16="http://schemas.microsoft.com/office/drawing/2014/main" id="{AA254E7F-FC5A-4D72-8738-B858DBCFF618}"/>
              </a:ext>
            </a:extLst>
          </p:cNvPr>
          <p:cNvSpPr/>
          <p:nvPr/>
        </p:nvSpPr>
        <p:spPr>
          <a:xfrm>
            <a:off x="-1537856" y="1"/>
            <a:ext cx="9858895" cy="6858000"/>
          </a:xfrm>
          <a:prstGeom prst="flowChartOnlineStorage">
            <a:avLst/>
          </a:prstGeom>
          <a:gradFill flip="none" rotWithShape="1">
            <a:gsLst>
              <a:gs pos="0">
                <a:schemeClr val="tx2">
                  <a:lumMod val="75000"/>
                </a:schemeClr>
              </a:gs>
              <a:gs pos="48000">
                <a:schemeClr val="accent1">
                  <a:lumMod val="20000"/>
                  <a:lumOff val="80000"/>
                </a:schemeClr>
              </a:gs>
              <a:gs pos="100000">
                <a:schemeClr val="accent1">
                  <a:alpha val="0"/>
                  <a:lumMod val="0"/>
                  <a:lumOff val="10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2AC2DE9-5A7F-461B-BE27-78A6ADEDAE0D}"/>
              </a:ext>
            </a:extLst>
          </p:cNvPr>
          <p:cNvSpPr txBox="1"/>
          <p:nvPr/>
        </p:nvSpPr>
        <p:spPr>
          <a:xfrm>
            <a:off x="444383" y="2551837"/>
            <a:ext cx="589441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Wingdings" panose="05000000000000000000" pitchFamily="2" charset="2"/>
              <a:buChar char="Ø"/>
            </a:pPr>
            <a:r>
              <a:rPr lang="zh-CN" altLang="en-US" sz="3600" dirty="0">
                <a:latin typeface="KaiTi" panose="02010609060101010101" pitchFamily="49" charset="-122"/>
                <a:ea typeface="KaiTi" panose="02010609060101010101" pitchFamily="49" charset="-122"/>
              </a:rPr>
              <a:t>查看当前可填报的调查期</a:t>
            </a:r>
            <a:endParaRPr lang="en-US" altLang="zh-CN" sz="3600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marL="571500" indent="-571500">
              <a:buFont typeface="Wingdings" panose="05000000000000000000" pitchFamily="2" charset="2"/>
              <a:buChar char="Ø"/>
            </a:pPr>
            <a:r>
              <a:rPr lang="zh-CN" altLang="en-US" sz="3600" dirty="0">
                <a:latin typeface="KaiTi" panose="02010609060101010101" pitchFamily="49" charset="-122"/>
                <a:ea typeface="KaiTi" panose="02010609060101010101" pitchFamily="49" charset="-122"/>
              </a:rPr>
              <a:t>查看最新通知通告</a:t>
            </a:r>
            <a:endParaRPr lang="en-US" altLang="zh-CN" sz="3600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marL="571500" indent="-571500">
              <a:buFont typeface="Wingdings" panose="05000000000000000000" pitchFamily="2" charset="2"/>
              <a:buChar char="Ø"/>
            </a:pPr>
            <a:r>
              <a:rPr lang="zh-CN" altLang="en-US" sz="3600" dirty="0">
                <a:latin typeface="KaiTi" panose="02010609060101010101" pitchFamily="49" charset="-122"/>
                <a:ea typeface="KaiTi" panose="02010609060101010101" pitchFamily="49" charset="-122"/>
              </a:rPr>
              <a:t>查看报表状态统计</a:t>
            </a:r>
            <a:endParaRPr lang="en-US" sz="3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82F49EF-57F4-42CF-8400-E28C6E6891BC}"/>
              </a:ext>
            </a:extLst>
          </p:cNvPr>
          <p:cNvSpPr txBox="1"/>
          <p:nvPr/>
        </p:nvSpPr>
        <p:spPr>
          <a:xfrm>
            <a:off x="-1942478" y="0"/>
            <a:ext cx="609738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000" dirty="0"/>
              <a:t>首页概览</a:t>
            </a:r>
            <a:endParaRPr lang="en-US" sz="4000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7CC04C61-1811-4594-B25C-339352238B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5863" y="1277006"/>
            <a:ext cx="5836553" cy="4303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218831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E88300CD-E641-4119-B8C0-6A628FA3CBE6}"/>
              </a:ext>
            </a:extLst>
          </p:cNvPr>
          <p:cNvSpPr txBox="1"/>
          <p:nvPr/>
        </p:nvSpPr>
        <p:spPr>
          <a:xfrm>
            <a:off x="3047308" y="2644170"/>
            <a:ext cx="609738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9600" dirty="0"/>
              <a:t>企业备案</a:t>
            </a:r>
            <a:endParaRPr lang="en-US" sz="9600" dirty="0"/>
          </a:p>
        </p:txBody>
      </p:sp>
    </p:spTree>
    <p:extLst>
      <p:ext uri="{BB962C8B-B14F-4D97-AF65-F5344CB8AC3E}">
        <p14:creationId xmlns:p14="http://schemas.microsoft.com/office/powerpoint/2010/main" val="6488167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流程图: 存储数据 3">
            <a:extLst>
              <a:ext uri="{FF2B5EF4-FFF2-40B4-BE49-F238E27FC236}">
                <a16:creationId xmlns:a16="http://schemas.microsoft.com/office/drawing/2014/main" id="{AA254E7F-FC5A-4D72-8738-B858DBCFF618}"/>
              </a:ext>
            </a:extLst>
          </p:cNvPr>
          <p:cNvSpPr/>
          <p:nvPr/>
        </p:nvSpPr>
        <p:spPr>
          <a:xfrm>
            <a:off x="-1537856" y="1"/>
            <a:ext cx="9858895" cy="6858000"/>
          </a:xfrm>
          <a:prstGeom prst="flowChartOnlineStorage">
            <a:avLst/>
          </a:prstGeom>
          <a:gradFill flip="none" rotWithShape="1">
            <a:gsLst>
              <a:gs pos="0">
                <a:schemeClr val="tx2">
                  <a:lumMod val="75000"/>
                </a:schemeClr>
              </a:gs>
              <a:gs pos="48000">
                <a:schemeClr val="accent1">
                  <a:lumMod val="20000"/>
                  <a:lumOff val="80000"/>
                </a:schemeClr>
              </a:gs>
              <a:gs pos="100000">
                <a:schemeClr val="accent1">
                  <a:alpha val="0"/>
                  <a:lumMod val="0"/>
                  <a:lumOff val="10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2AC2DE9-5A7F-461B-BE27-78A6ADEDAE0D}"/>
              </a:ext>
            </a:extLst>
          </p:cNvPr>
          <p:cNvSpPr txBox="1"/>
          <p:nvPr/>
        </p:nvSpPr>
        <p:spPr>
          <a:xfrm>
            <a:off x="444383" y="2551837"/>
            <a:ext cx="589441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marR="0" lvl="0" indent="-571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+mn-cs"/>
              </a:rPr>
              <a:t>填写备案信息</a:t>
            </a:r>
            <a:endParaRPr kumimoji="0" lang="en-US" altLang="zh-CN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KaiTi" panose="02010609060101010101" pitchFamily="49" charset="-122"/>
              <a:ea typeface="KaiTi" panose="02010609060101010101" pitchFamily="49" charset="-122"/>
              <a:cs typeface="+mn-cs"/>
            </a:endParaRPr>
          </a:p>
          <a:p>
            <a:pPr marL="571500" marR="0" lvl="0" indent="-571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+mn-cs"/>
              </a:rPr>
              <a:t>提交备案信息</a:t>
            </a:r>
            <a:endParaRPr kumimoji="0" lang="en-US" altLang="zh-CN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KaiTi" panose="02010609060101010101" pitchFamily="49" charset="-122"/>
              <a:ea typeface="KaiTi" panose="02010609060101010101" pitchFamily="49" charset="-122"/>
              <a:cs typeface="+mn-cs"/>
            </a:endParaRPr>
          </a:p>
          <a:p>
            <a:pPr marL="571500" marR="0" lvl="0" indent="-571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+mn-cs"/>
              </a:rPr>
              <a:t>查看审核状态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KaiTi" panose="02010609060101010101" pitchFamily="49" charset="-122"/>
              <a:ea typeface="KaiTi" panose="02010609060101010101" pitchFamily="49" charset="-122"/>
              <a:cs typeface="+mn-cs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82F49EF-57F4-42CF-8400-E28C6E6891BC}"/>
              </a:ext>
            </a:extLst>
          </p:cNvPr>
          <p:cNvSpPr txBox="1"/>
          <p:nvPr/>
        </p:nvSpPr>
        <p:spPr>
          <a:xfrm>
            <a:off x="-1942478" y="0"/>
            <a:ext cx="609738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企业备案</a:t>
            </a: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81A417E7-5003-4A1F-8540-B48460A972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7623" y="659376"/>
            <a:ext cx="6386830" cy="5539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764553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流程图: 存储数据 3">
            <a:extLst>
              <a:ext uri="{FF2B5EF4-FFF2-40B4-BE49-F238E27FC236}">
                <a16:creationId xmlns:a16="http://schemas.microsoft.com/office/drawing/2014/main" id="{AA254E7F-FC5A-4D72-8738-B858DBCFF618}"/>
              </a:ext>
            </a:extLst>
          </p:cNvPr>
          <p:cNvSpPr/>
          <p:nvPr/>
        </p:nvSpPr>
        <p:spPr>
          <a:xfrm>
            <a:off x="-1537856" y="1"/>
            <a:ext cx="9858895" cy="6858000"/>
          </a:xfrm>
          <a:prstGeom prst="flowChartOnlineStorage">
            <a:avLst/>
          </a:prstGeom>
          <a:gradFill flip="none" rotWithShape="1">
            <a:gsLst>
              <a:gs pos="0">
                <a:schemeClr val="tx2">
                  <a:lumMod val="75000"/>
                </a:schemeClr>
              </a:gs>
              <a:gs pos="48000">
                <a:schemeClr val="accent1">
                  <a:lumMod val="20000"/>
                  <a:lumOff val="80000"/>
                </a:schemeClr>
              </a:gs>
              <a:gs pos="100000">
                <a:schemeClr val="accent1">
                  <a:alpha val="0"/>
                  <a:lumMod val="0"/>
                  <a:lumOff val="10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82F49EF-57F4-42CF-8400-E28C6E6891BC}"/>
              </a:ext>
            </a:extLst>
          </p:cNvPr>
          <p:cNvSpPr txBox="1"/>
          <p:nvPr/>
        </p:nvSpPr>
        <p:spPr>
          <a:xfrm>
            <a:off x="-783712" y="0"/>
            <a:ext cx="609738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 企业备案状态转换</a:t>
            </a: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C9B0345B-3B55-4216-A668-8816CD7322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6844" y="707886"/>
            <a:ext cx="5658311" cy="5864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79936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E88300CD-E641-4119-B8C0-6A628FA3CBE6}"/>
              </a:ext>
            </a:extLst>
          </p:cNvPr>
          <p:cNvSpPr txBox="1"/>
          <p:nvPr/>
        </p:nvSpPr>
        <p:spPr>
          <a:xfrm>
            <a:off x="3047308" y="2644170"/>
            <a:ext cx="609738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9600" dirty="0"/>
              <a:t>数据报表</a:t>
            </a:r>
            <a:endParaRPr lang="en-US" sz="9600" dirty="0"/>
          </a:p>
        </p:txBody>
      </p:sp>
    </p:spTree>
    <p:extLst>
      <p:ext uri="{BB962C8B-B14F-4D97-AF65-F5344CB8AC3E}">
        <p14:creationId xmlns:p14="http://schemas.microsoft.com/office/powerpoint/2010/main" val="113523312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流程图: 存储数据 3">
            <a:extLst>
              <a:ext uri="{FF2B5EF4-FFF2-40B4-BE49-F238E27FC236}">
                <a16:creationId xmlns:a16="http://schemas.microsoft.com/office/drawing/2014/main" id="{AA254E7F-FC5A-4D72-8738-B858DBCFF618}"/>
              </a:ext>
            </a:extLst>
          </p:cNvPr>
          <p:cNvSpPr/>
          <p:nvPr/>
        </p:nvSpPr>
        <p:spPr>
          <a:xfrm>
            <a:off x="-1537856" y="1"/>
            <a:ext cx="9858895" cy="6858000"/>
          </a:xfrm>
          <a:prstGeom prst="flowChartOnlineStorage">
            <a:avLst/>
          </a:prstGeom>
          <a:gradFill flip="none" rotWithShape="1">
            <a:gsLst>
              <a:gs pos="0">
                <a:schemeClr val="tx2">
                  <a:lumMod val="75000"/>
                </a:schemeClr>
              </a:gs>
              <a:gs pos="48000">
                <a:schemeClr val="accent1">
                  <a:lumMod val="20000"/>
                  <a:lumOff val="80000"/>
                </a:schemeClr>
              </a:gs>
              <a:gs pos="100000">
                <a:schemeClr val="accent1">
                  <a:alpha val="0"/>
                  <a:lumMod val="0"/>
                  <a:lumOff val="10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2AC2DE9-5A7F-461B-BE27-78A6ADEDAE0D}"/>
              </a:ext>
            </a:extLst>
          </p:cNvPr>
          <p:cNvSpPr txBox="1"/>
          <p:nvPr/>
        </p:nvSpPr>
        <p:spPr>
          <a:xfrm>
            <a:off x="444383" y="1720840"/>
            <a:ext cx="5894416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marR="0" lvl="0" indent="-571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+mn-cs"/>
              </a:rPr>
              <a:t>新增报表</a:t>
            </a:r>
            <a:endParaRPr kumimoji="0" lang="en-US" altLang="zh-CN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KaiTi" panose="02010609060101010101" pitchFamily="49" charset="-122"/>
              <a:ea typeface="KaiTi" panose="02010609060101010101" pitchFamily="49" charset="-122"/>
              <a:cs typeface="+mn-cs"/>
            </a:endParaRPr>
          </a:p>
          <a:p>
            <a:pPr marL="571500" marR="0" lvl="0" indent="-571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+mn-cs"/>
              </a:rPr>
              <a:t>修改报表</a:t>
            </a:r>
            <a:endParaRPr kumimoji="0" lang="en-US" altLang="zh-CN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KaiTi" panose="02010609060101010101" pitchFamily="49" charset="-122"/>
              <a:ea typeface="KaiTi" panose="02010609060101010101" pitchFamily="49" charset="-122"/>
              <a:cs typeface="+mn-cs"/>
            </a:endParaRPr>
          </a:p>
          <a:p>
            <a:pPr marL="571500" marR="0" lvl="0" indent="-571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lang="zh-CN" altLang="en-US" sz="3600" dirty="0">
                <a:solidFill>
                  <a:prstClr val="black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暂存报表</a:t>
            </a:r>
            <a:endParaRPr lang="en-US" altLang="zh-CN" sz="3600" dirty="0">
              <a:solidFill>
                <a:prstClr val="black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marL="571500" marR="0" lvl="0" indent="-571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+mn-cs"/>
              </a:rPr>
              <a:t>提交报表</a:t>
            </a:r>
            <a:endParaRPr kumimoji="0" lang="en-US" altLang="zh-CN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KaiTi" panose="02010609060101010101" pitchFamily="49" charset="-122"/>
              <a:ea typeface="KaiTi" panose="02010609060101010101" pitchFamily="49" charset="-122"/>
              <a:cs typeface="+mn-cs"/>
            </a:endParaRPr>
          </a:p>
          <a:p>
            <a:pPr marL="571500" marR="0" lvl="0" indent="-571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lang="zh-CN" altLang="en-US" sz="3600" dirty="0">
                <a:solidFill>
                  <a:prstClr val="black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查看报表审核状态</a:t>
            </a:r>
            <a:endParaRPr lang="en-US" altLang="zh-CN" sz="3600" dirty="0">
              <a:solidFill>
                <a:prstClr val="black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marL="571500" marR="0" lvl="0" indent="-571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+mn-cs"/>
              </a:rPr>
              <a:t>查看报表历史版本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KaiTi" panose="02010609060101010101" pitchFamily="49" charset="-122"/>
              <a:ea typeface="KaiTi" panose="02010609060101010101" pitchFamily="49" charset="-122"/>
              <a:cs typeface="+mn-cs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82F49EF-57F4-42CF-8400-E28C6E6891BC}"/>
              </a:ext>
            </a:extLst>
          </p:cNvPr>
          <p:cNvSpPr txBox="1"/>
          <p:nvPr/>
        </p:nvSpPr>
        <p:spPr>
          <a:xfrm>
            <a:off x="-1942478" y="0"/>
            <a:ext cx="609738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数据报表</a:t>
            </a: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603FEF99-B159-442A-8BE0-AA794532C0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5552" y="1499706"/>
            <a:ext cx="6952593" cy="3858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677734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E58AFB51-E856-442C-8117-CC8756EC32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096" y="877745"/>
            <a:ext cx="10025807" cy="510251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BC339374-401F-4937-8D76-51A2F17D6B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2267" y="286198"/>
            <a:ext cx="9360381" cy="3841947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BC1D8014-7E1A-431D-997B-AAFF633064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62267" y="397176"/>
            <a:ext cx="9284177" cy="4781796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AE98D4F2-7938-4865-B55A-DE4917D85C8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89238" y="0"/>
            <a:ext cx="683023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749463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E58AFB51-E856-442C-8117-CC8756EC32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096" y="877745"/>
            <a:ext cx="10025807" cy="5102510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455EA80C-FED9-4622-8182-02A0331C4A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1211" y="711060"/>
            <a:ext cx="9309578" cy="5435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022130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流程图: 存储数据 3">
            <a:extLst>
              <a:ext uri="{FF2B5EF4-FFF2-40B4-BE49-F238E27FC236}">
                <a16:creationId xmlns:a16="http://schemas.microsoft.com/office/drawing/2014/main" id="{AA254E7F-FC5A-4D72-8738-B858DBCFF618}"/>
              </a:ext>
            </a:extLst>
          </p:cNvPr>
          <p:cNvSpPr/>
          <p:nvPr/>
        </p:nvSpPr>
        <p:spPr>
          <a:xfrm>
            <a:off x="-1537856" y="1"/>
            <a:ext cx="9858895" cy="6858000"/>
          </a:xfrm>
          <a:prstGeom prst="flowChartOnlineStorage">
            <a:avLst/>
          </a:prstGeom>
          <a:gradFill flip="none" rotWithShape="1">
            <a:gsLst>
              <a:gs pos="0">
                <a:schemeClr val="tx2">
                  <a:lumMod val="75000"/>
                </a:schemeClr>
              </a:gs>
              <a:gs pos="48000">
                <a:schemeClr val="accent1">
                  <a:lumMod val="20000"/>
                  <a:lumOff val="80000"/>
                </a:schemeClr>
              </a:gs>
              <a:gs pos="100000">
                <a:schemeClr val="accent1">
                  <a:alpha val="0"/>
                  <a:lumMod val="0"/>
                  <a:lumOff val="10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82F49EF-57F4-42CF-8400-E28C6E6891BC}"/>
              </a:ext>
            </a:extLst>
          </p:cNvPr>
          <p:cNvSpPr txBox="1"/>
          <p:nvPr/>
        </p:nvSpPr>
        <p:spPr>
          <a:xfrm>
            <a:off x="-399510" y="0"/>
            <a:ext cx="609738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 企业数据报表状态转换</a:t>
            </a: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1CA298C1-7F4C-406D-A025-DF0F648A65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2006" y="687521"/>
            <a:ext cx="7379247" cy="6170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982846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E88300CD-E641-4119-B8C0-6A628FA3CBE6}"/>
              </a:ext>
            </a:extLst>
          </p:cNvPr>
          <p:cNvSpPr txBox="1"/>
          <p:nvPr/>
        </p:nvSpPr>
        <p:spPr>
          <a:xfrm>
            <a:off x="3047308" y="2644170"/>
            <a:ext cx="609738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9600" dirty="0"/>
              <a:t>报表查询</a:t>
            </a:r>
            <a:endParaRPr lang="en-US" sz="9600" dirty="0"/>
          </a:p>
        </p:txBody>
      </p:sp>
    </p:spTree>
    <p:extLst>
      <p:ext uri="{BB962C8B-B14F-4D97-AF65-F5344CB8AC3E}">
        <p14:creationId xmlns:p14="http://schemas.microsoft.com/office/powerpoint/2010/main" val="271247659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流程图: 存储数据 3">
            <a:extLst>
              <a:ext uri="{FF2B5EF4-FFF2-40B4-BE49-F238E27FC236}">
                <a16:creationId xmlns:a16="http://schemas.microsoft.com/office/drawing/2014/main" id="{AA254E7F-FC5A-4D72-8738-B858DBCFF618}"/>
              </a:ext>
            </a:extLst>
          </p:cNvPr>
          <p:cNvSpPr/>
          <p:nvPr/>
        </p:nvSpPr>
        <p:spPr>
          <a:xfrm>
            <a:off x="-1537856" y="1"/>
            <a:ext cx="9858895" cy="6858000"/>
          </a:xfrm>
          <a:prstGeom prst="flowChartOnlineStorage">
            <a:avLst/>
          </a:prstGeom>
          <a:gradFill flip="none" rotWithShape="1">
            <a:gsLst>
              <a:gs pos="0">
                <a:schemeClr val="tx2">
                  <a:lumMod val="75000"/>
                </a:schemeClr>
              </a:gs>
              <a:gs pos="48000">
                <a:schemeClr val="accent1">
                  <a:lumMod val="20000"/>
                  <a:lumOff val="80000"/>
                </a:schemeClr>
              </a:gs>
              <a:gs pos="100000">
                <a:schemeClr val="accent1">
                  <a:alpha val="0"/>
                  <a:lumMod val="0"/>
                  <a:lumOff val="10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2AC2DE9-5A7F-461B-BE27-78A6ADEDAE0D}"/>
              </a:ext>
            </a:extLst>
          </p:cNvPr>
          <p:cNvSpPr txBox="1"/>
          <p:nvPr/>
        </p:nvSpPr>
        <p:spPr>
          <a:xfrm>
            <a:off x="390594" y="2207591"/>
            <a:ext cx="471160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marR="0" lvl="0" indent="-571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+mn-cs"/>
              </a:rPr>
              <a:t>条件检索历史报表</a:t>
            </a:r>
            <a:endParaRPr kumimoji="0" lang="en-US" altLang="zh-CN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KaiTi" panose="02010609060101010101" pitchFamily="49" charset="-122"/>
              <a:ea typeface="KaiTi" panose="02010609060101010101" pitchFamily="49" charset="-122"/>
              <a:cs typeface="+mn-cs"/>
            </a:endParaRPr>
          </a:p>
          <a:p>
            <a:pPr marL="571500" marR="0" lvl="0" indent="-571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lang="zh-CN" altLang="en-US" sz="3600" dirty="0">
                <a:solidFill>
                  <a:prstClr val="black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查看报表详情</a:t>
            </a:r>
            <a:endParaRPr kumimoji="0" lang="en-US" altLang="zh-CN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KaiTi" panose="02010609060101010101" pitchFamily="49" charset="-122"/>
              <a:ea typeface="KaiTi" panose="02010609060101010101" pitchFamily="49" charset="-122"/>
              <a:cs typeface="+mn-cs"/>
            </a:endParaRPr>
          </a:p>
          <a:p>
            <a:pPr marL="571500" marR="0" lvl="0" indent="-571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lang="zh-CN" altLang="en-US" sz="3600" dirty="0">
                <a:solidFill>
                  <a:prstClr val="black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查看状态流转与驳回原因</a:t>
            </a:r>
            <a:endParaRPr kumimoji="0" lang="en-US" altLang="zh-CN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KaiTi" panose="02010609060101010101" pitchFamily="49" charset="-122"/>
              <a:ea typeface="KaiTi" panose="02010609060101010101" pitchFamily="49" charset="-122"/>
              <a:cs typeface="+mn-cs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82F49EF-57F4-42CF-8400-E28C6E6891BC}"/>
              </a:ext>
            </a:extLst>
          </p:cNvPr>
          <p:cNvSpPr txBox="1"/>
          <p:nvPr/>
        </p:nvSpPr>
        <p:spPr>
          <a:xfrm>
            <a:off x="-1942478" y="0"/>
            <a:ext cx="609738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报表</a:t>
            </a:r>
            <a:r>
              <a:rPr lang="zh-CN" altLang="en-US" sz="4000" dirty="0">
                <a:solidFill>
                  <a:prstClr val="black"/>
                </a:solidFill>
                <a:latin typeface="微软雅黑"/>
                <a:ea typeface="微软雅黑"/>
              </a:rPr>
              <a:t>查询</a:t>
            </a: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39C8B723-1A3A-4557-B54F-FDDE18E4A6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1677" y="1108903"/>
            <a:ext cx="7161519" cy="4102311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F0D6FCF5-E8A7-48F2-8A8C-6C241A1FC7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069" y="1365144"/>
            <a:ext cx="10909861" cy="4127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747907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E88300CD-E641-4119-B8C0-6A628FA3CBE6}"/>
              </a:ext>
            </a:extLst>
          </p:cNvPr>
          <p:cNvSpPr txBox="1"/>
          <p:nvPr/>
        </p:nvSpPr>
        <p:spPr>
          <a:xfrm>
            <a:off x="3047308" y="2644170"/>
            <a:ext cx="609738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9600" dirty="0"/>
              <a:t>通知中心</a:t>
            </a:r>
            <a:endParaRPr lang="en-US" sz="9600" dirty="0"/>
          </a:p>
        </p:txBody>
      </p:sp>
    </p:spTree>
    <p:extLst>
      <p:ext uri="{BB962C8B-B14F-4D97-AF65-F5344CB8AC3E}">
        <p14:creationId xmlns:p14="http://schemas.microsoft.com/office/powerpoint/2010/main" val="53151285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流程图: 存储数据 3">
            <a:extLst>
              <a:ext uri="{FF2B5EF4-FFF2-40B4-BE49-F238E27FC236}">
                <a16:creationId xmlns:a16="http://schemas.microsoft.com/office/drawing/2014/main" id="{AA254E7F-FC5A-4D72-8738-B858DBCFF618}"/>
              </a:ext>
            </a:extLst>
          </p:cNvPr>
          <p:cNvSpPr/>
          <p:nvPr/>
        </p:nvSpPr>
        <p:spPr>
          <a:xfrm>
            <a:off x="-1537856" y="1"/>
            <a:ext cx="9858895" cy="6858000"/>
          </a:xfrm>
          <a:prstGeom prst="flowChartOnlineStorage">
            <a:avLst/>
          </a:prstGeom>
          <a:gradFill flip="none" rotWithShape="1">
            <a:gsLst>
              <a:gs pos="0">
                <a:schemeClr val="tx2">
                  <a:lumMod val="75000"/>
                </a:schemeClr>
              </a:gs>
              <a:gs pos="48000">
                <a:schemeClr val="accent1">
                  <a:lumMod val="20000"/>
                  <a:lumOff val="80000"/>
                </a:schemeClr>
              </a:gs>
              <a:gs pos="100000">
                <a:schemeClr val="accent1">
                  <a:alpha val="0"/>
                  <a:lumMod val="0"/>
                  <a:lumOff val="10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2AC2DE9-5A7F-461B-BE27-78A6ADEDAE0D}"/>
              </a:ext>
            </a:extLst>
          </p:cNvPr>
          <p:cNvSpPr txBox="1"/>
          <p:nvPr/>
        </p:nvSpPr>
        <p:spPr>
          <a:xfrm>
            <a:off x="444383" y="2828835"/>
            <a:ext cx="589441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marR="0" lvl="0" indent="-571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+mn-cs"/>
              </a:rPr>
              <a:t>查看消息通知</a:t>
            </a:r>
            <a:endParaRPr kumimoji="0" lang="en-US" altLang="zh-CN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KaiTi" panose="02010609060101010101" pitchFamily="49" charset="-122"/>
              <a:ea typeface="KaiTi" panose="02010609060101010101" pitchFamily="49" charset="-122"/>
              <a:cs typeface="+mn-cs"/>
            </a:endParaRPr>
          </a:p>
          <a:p>
            <a:pPr marL="571500" marR="0" lvl="0" indent="-571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lang="zh-CN" altLang="en-US" sz="3600" dirty="0">
                <a:solidFill>
                  <a:prstClr val="black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查看通知详情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KaiTi" panose="02010609060101010101" pitchFamily="49" charset="-122"/>
              <a:ea typeface="KaiTi" panose="02010609060101010101" pitchFamily="49" charset="-122"/>
              <a:cs typeface="+mn-cs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82F49EF-57F4-42CF-8400-E28C6E6891BC}"/>
              </a:ext>
            </a:extLst>
          </p:cNvPr>
          <p:cNvSpPr txBox="1"/>
          <p:nvPr/>
        </p:nvSpPr>
        <p:spPr>
          <a:xfrm>
            <a:off x="-1942478" y="0"/>
            <a:ext cx="609738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数据报表</a:t>
            </a: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2BE7F47F-DA0E-4A29-9335-DC2C5C8907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5590" y="1246201"/>
            <a:ext cx="7913544" cy="4165814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1F010DCD-7485-4C3C-AD84-3D68EC2339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4281" y="1376382"/>
            <a:ext cx="7036162" cy="3905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123819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E88300CD-E641-4119-B8C0-6A628FA3CBE6}"/>
              </a:ext>
            </a:extLst>
          </p:cNvPr>
          <p:cNvSpPr txBox="1"/>
          <p:nvPr/>
        </p:nvSpPr>
        <p:spPr>
          <a:xfrm>
            <a:off x="3047308" y="2644170"/>
            <a:ext cx="609738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9600" dirty="0"/>
              <a:t>概况</a:t>
            </a:r>
            <a:endParaRPr lang="en-US" sz="9600" dirty="0"/>
          </a:p>
        </p:txBody>
      </p:sp>
    </p:spTree>
    <p:extLst>
      <p:ext uri="{BB962C8B-B14F-4D97-AF65-F5344CB8AC3E}">
        <p14:creationId xmlns:p14="http://schemas.microsoft.com/office/powerpoint/2010/main" val="14317795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流程图: 存储数据 9">
            <a:extLst>
              <a:ext uri="{FF2B5EF4-FFF2-40B4-BE49-F238E27FC236}">
                <a16:creationId xmlns:a16="http://schemas.microsoft.com/office/drawing/2014/main" id="{CDCC11F1-94E5-48D2-92F4-3044357C0302}"/>
              </a:ext>
            </a:extLst>
          </p:cNvPr>
          <p:cNvSpPr/>
          <p:nvPr/>
        </p:nvSpPr>
        <p:spPr>
          <a:xfrm rot="10800000">
            <a:off x="3870961" y="0"/>
            <a:ext cx="9858895" cy="6858000"/>
          </a:xfrm>
          <a:prstGeom prst="flowChartOnlineStorage">
            <a:avLst/>
          </a:prstGeom>
          <a:gradFill flip="none" rotWithShape="1">
            <a:gsLst>
              <a:gs pos="0">
                <a:schemeClr val="tx2">
                  <a:lumMod val="75000"/>
                </a:schemeClr>
              </a:gs>
              <a:gs pos="48000">
                <a:schemeClr val="accent1">
                  <a:lumMod val="20000"/>
                  <a:lumOff val="80000"/>
                </a:schemeClr>
              </a:gs>
              <a:gs pos="100000">
                <a:schemeClr val="accent1">
                  <a:alpha val="0"/>
                  <a:lumMod val="0"/>
                  <a:lumOff val="10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4" name="流程图: 存储数据 3">
            <a:extLst>
              <a:ext uri="{FF2B5EF4-FFF2-40B4-BE49-F238E27FC236}">
                <a16:creationId xmlns:a16="http://schemas.microsoft.com/office/drawing/2014/main" id="{AA254E7F-FC5A-4D72-8738-B858DBCFF618}"/>
              </a:ext>
            </a:extLst>
          </p:cNvPr>
          <p:cNvSpPr/>
          <p:nvPr/>
        </p:nvSpPr>
        <p:spPr>
          <a:xfrm>
            <a:off x="-1537856" y="1"/>
            <a:ext cx="9858895" cy="6858000"/>
          </a:xfrm>
          <a:prstGeom prst="flowChartOnlineStorage">
            <a:avLst/>
          </a:prstGeom>
          <a:gradFill flip="none" rotWithShape="1">
            <a:gsLst>
              <a:gs pos="0">
                <a:schemeClr val="tx2">
                  <a:lumMod val="75000"/>
                </a:schemeClr>
              </a:gs>
              <a:gs pos="48000">
                <a:schemeClr val="accent1">
                  <a:lumMod val="20000"/>
                  <a:lumOff val="80000"/>
                </a:schemeClr>
              </a:gs>
              <a:gs pos="100000">
                <a:schemeClr val="accent1">
                  <a:alpha val="0"/>
                  <a:lumMod val="0"/>
                  <a:lumOff val="10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82F49EF-57F4-42CF-8400-E28C6E6891BC}"/>
              </a:ext>
            </a:extLst>
          </p:cNvPr>
          <p:cNvSpPr txBox="1"/>
          <p:nvPr/>
        </p:nvSpPr>
        <p:spPr>
          <a:xfrm>
            <a:off x="3047308" y="644977"/>
            <a:ext cx="609738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4000" dirty="0">
                <a:solidFill>
                  <a:prstClr val="black"/>
                </a:solidFill>
                <a:latin typeface="微软雅黑"/>
                <a:ea typeface="微软雅黑"/>
              </a:rPr>
              <a:t>概况</a:t>
            </a: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A159C63-1013-403C-B308-570B436616E5}"/>
              </a:ext>
            </a:extLst>
          </p:cNvPr>
          <p:cNvSpPr txBox="1"/>
          <p:nvPr/>
        </p:nvSpPr>
        <p:spPr>
          <a:xfrm>
            <a:off x="399529" y="1523736"/>
            <a:ext cx="11392941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marR="0" lvl="0" indent="-571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+mn-cs"/>
              </a:rPr>
              <a:t>查看本月的数据（企业总数，本月新企业数量，本月上报数量，本月建档总数，本月调查总数，本月岗位变化数）</a:t>
            </a:r>
            <a:endParaRPr kumimoji="0" lang="en-US" altLang="zh-CN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KaiTi" panose="02010609060101010101" pitchFamily="49" charset="-122"/>
              <a:ea typeface="KaiTi" panose="02010609060101010101" pitchFamily="49" charset="-122"/>
              <a:cs typeface="+mn-cs"/>
            </a:endParaRPr>
          </a:p>
          <a:p>
            <a:pPr marL="571500" marR="0" lvl="0" indent="-571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lang="zh-CN" altLang="en-US" sz="3600" dirty="0">
                <a:solidFill>
                  <a:prstClr val="black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查看本月各市上报进度（进度条展示）</a:t>
            </a:r>
            <a:endParaRPr lang="en-US" altLang="zh-CN" sz="3600" dirty="0">
              <a:solidFill>
                <a:prstClr val="black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marL="571500" marR="0" lvl="0" indent="-571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+mn-cs"/>
              </a:rPr>
              <a:t>查看企业数量在各维度的占比（饼图展示）</a:t>
            </a:r>
            <a:endParaRPr kumimoji="0" lang="en-US" altLang="zh-CN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KaiTi" panose="02010609060101010101" pitchFamily="49" charset="-122"/>
              <a:ea typeface="KaiTi" panose="02010609060101010101" pitchFamily="49" charset="-122"/>
              <a:cs typeface="+mn-cs"/>
            </a:endParaRPr>
          </a:p>
          <a:p>
            <a:pPr marL="571500" marR="0" lvl="0" indent="-571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lang="zh-CN" altLang="en-US" sz="3600" dirty="0">
                <a:solidFill>
                  <a:prstClr val="black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查看最新的通知以及代办事项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KaiTi" panose="02010609060101010101" pitchFamily="49" charset="-122"/>
              <a:ea typeface="KaiTi" panose="02010609060101010101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4826709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F3834F74-ABBA-4422-997D-08060138CA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979688" cy="685800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96CD55F8-7334-4A22-AFAD-66995C5384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2312" y="0"/>
            <a:ext cx="597968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486660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E88300CD-E641-4119-B8C0-6A628FA3CBE6}"/>
              </a:ext>
            </a:extLst>
          </p:cNvPr>
          <p:cNvSpPr txBox="1"/>
          <p:nvPr/>
        </p:nvSpPr>
        <p:spPr>
          <a:xfrm>
            <a:off x="3047308" y="2644170"/>
            <a:ext cx="609738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9600" dirty="0"/>
              <a:t>企业管理</a:t>
            </a:r>
            <a:endParaRPr lang="en-US" sz="9600" dirty="0"/>
          </a:p>
        </p:txBody>
      </p:sp>
    </p:spTree>
    <p:extLst>
      <p:ext uri="{BB962C8B-B14F-4D97-AF65-F5344CB8AC3E}">
        <p14:creationId xmlns:p14="http://schemas.microsoft.com/office/powerpoint/2010/main" val="389904272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流程图: 存储数据 9">
            <a:extLst>
              <a:ext uri="{FF2B5EF4-FFF2-40B4-BE49-F238E27FC236}">
                <a16:creationId xmlns:a16="http://schemas.microsoft.com/office/drawing/2014/main" id="{CDCC11F1-94E5-48D2-92F4-3044357C0302}"/>
              </a:ext>
            </a:extLst>
          </p:cNvPr>
          <p:cNvSpPr/>
          <p:nvPr/>
        </p:nvSpPr>
        <p:spPr>
          <a:xfrm rot="10800000">
            <a:off x="3870961" y="0"/>
            <a:ext cx="9858895" cy="6858000"/>
          </a:xfrm>
          <a:prstGeom prst="flowChartOnlineStorage">
            <a:avLst/>
          </a:prstGeom>
          <a:gradFill flip="none" rotWithShape="1">
            <a:gsLst>
              <a:gs pos="0">
                <a:schemeClr val="tx2">
                  <a:lumMod val="75000"/>
                </a:schemeClr>
              </a:gs>
              <a:gs pos="48000">
                <a:schemeClr val="accent1">
                  <a:lumMod val="20000"/>
                  <a:lumOff val="80000"/>
                </a:schemeClr>
              </a:gs>
              <a:gs pos="100000">
                <a:schemeClr val="accent1">
                  <a:alpha val="0"/>
                  <a:lumMod val="0"/>
                  <a:lumOff val="10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4" name="流程图: 存储数据 3">
            <a:extLst>
              <a:ext uri="{FF2B5EF4-FFF2-40B4-BE49-F238E27FC236}">
                <a16:creationId xmlns:a16="http://schemas.microsoft.com/office/drawing/2014/main" id="{AA254E7F-FC5A-4D72-8738-B858DBCFF618}"/>
              </a:ext>
            </a:extLst>
          </p:cNvPr>
          <p:cNvSpPr/>
          <p:nvPr/>
        </p:nvSpPr>
        <p:spPr>
          <a:xfrm>
            <a:off x="-1537856" y="1"/>
            <a:ext cx="9858895" cy="6858000"/>
          </a:xfrm>
          <a:prstGeom prst="flowChartOnlineStorage">
            <a:avLst/>
          </a:prstGeom>
          <a:gradFill flip="none" rotWithShape="1">
            <a:gsLst>
              <a:gs pos="0">
                <a:schemeClr val="tx2">
                  <a:lumMod val="75000"/>
                </a:schemeClr>
              </a:gs>
              <a:gs pos="48000">
                <a:schemeClr val="accent1">
                  <a:lumMod val="20000"/>
                  <a:lumOff val="80000"/>
                </a:schemeClr>
              </a:gs>
              <a:gs pos="100000">
                <a:schemeClr val="accent1">
                  <a:alpha val="0"/>
                  <a:lumMod val="0"/>
                  <a:lumOff val="10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2AC2DE9-5A7F-461B-BE27-78A6ADEDAE0D}"/>
              </a:ext>
            </a:extLst>
          </p:cNvPr>
          <p:cNvSpPr txBox="1"/>
          <p:nvPr/>
        </p:nvSpPr>
        <p:spPr>
          <a:xfrm>
            <a:off x="3909334" y="1931337"/>
            <a:ext cx="5894416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marR="0" lvl="0" indent="-571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+mn-cs"/>
              </a:rPr>
              <a:t>查看企业列表</a:t>
            </a:r>
            <a:endParaRPr kumimoji="0" lang="en-US" altLang="zh-CN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KaiTi" panose="02010609060101010101" pitchFamily="49" charset="-122"/>
              <a:ea typeface="KaiTi" panose="02010609060101010101" pitchFamily="49" charset="-122"/>
              <a:cs typeface="+mn-cs"/>
            </a:endParaRPr>
          </a:p>
          <a:p>
            <a:pPr marL="571500" marR="0" lvl="0" indent="-571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lang="zh-CN" altLang="en-US" sz="3600" dirty="0">
                <a:solidFill>
                  <a:prstClr val="black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新增企业（账号）</a:t>
            </a:r>
            <a:endParaRPr lang="en-US" altLang="zh-CN" sz="3600" dirty="0">
              <a:solidFill>
                <a:prstClr val="black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marL="571500" marR="0" lvl="0" indent="-571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lang="zh-CN" altLang="en-US" sz="3600" noProof="0" dirty="0">
                <a:solidFill>
                  <a:prstClr val="black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查看企业详情</a:t>
            </a:r>
            <a:endParaRPr lang="en-US" altLang="zh-CN" sz="3600" noProof="0" dirty="0">
              <a:solidFill>
                <a:prstClr val="black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marL="571500" marR="0" lvl="0" indent="-571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en-US" sz="3600" b="0" i="0" u="none" strike="noStrike" kern="1200" cap="none" spc="0" normalizeH="0" baseline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+mn-cs"/>
              </a:rPr>
              <a:t>编辑企业内容</a:t>
            </a:r>
            <a:endParaRPr kumimoji="0" lang="en-US" altLang="zh-CN" sz="3600" b="0" i="0" u="none" strike="noStrike" kern="1200" cap="none" spc="0" normalizeH="0" baseline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KaiTi" panose="02010609060101010101" pitchFamily="49" charset="-122"/>
              <a:ea typeface="KaiTi" panose="02010609060101010101" pitchFamily="49" charset="-122"/>
              <a:cs typeface="+mn-cs"/>
            </a:endParaRPr>
          </a:p>
          <a:p>
            <a:pPr marL="571500" marR="0" lvl="0" indent="-571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lang="zh-CN" altLang="en-US" sz="3600" noProof="0" dirty="0">
                <a:solidFill>
                  <a:prstClr val="black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删除企业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KaiTi" panose="02010609060101010101" pitchFamily="49" charset="-122"/>
              <a:ea typeface="KaiTi" panose="02010609060101010101" pitchFamily="49" charset="-122"/>
              <a:cs typeface="+mn-cs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82F49EF-57F4-42CF-8400-E28C6E6891BC}"/>
              </a:ext>
            </a:extLst>
          </p:cNvPr>
          <p:cNvSpPr txBox="1"/>
          <p:nvPr/>
        </p:nvSpPr>
        <p:spPr>
          <a:xfrm>
            <a:off x="3047308" y="644977"/>
            <a:ext cx="609738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4000" dirty="0">
                <a:solidFill>
                  <a:prstClr val="black"/>
                </a:solidFill>
                <a:latin typeface="微软雅黑"/>
                <a:ea typeface="微软雅黑"/>
              </a:rPr>
              <a:t>企业管理</a:t>
            </a: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1441903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20D0EB80-A860-41D2-96AD-3219EE9731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1723" y="0"/>
            <a:ext cx="9588553" cy="6858000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7DC4C665-1565-434B-8337-26B020DBCC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620392" cy="4229317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7FA00B49-7F8A-48C1-9555-EAB7E53FB3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7826" y="424350"/>
            <a:ext cx="7620392" cy="4629388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5D5DA3CF-A2BE-4FC0-89F0-4C17DCF7EF4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95652" y="836234"/>
            <a:ext cx="7620392" cy="5747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97235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E88300CD-E641-4119-B8C0-6A628FA3CBE6}"/>
              </a:ext>
            </a:extLst>
          </p:cNvPr>
          <p:cNvSpPr txBox="1"/>
          <p:nvPr/>
        </p:nvSpPr>
        <p:spPr>
          <a:xfrm>
            <a:off x="3047308" y="2644170"/>
            <a:ext cx="609738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9600" dirty="0"/>
              <a:t>数据管理</a:t>
            </a:r>
            <a:endParaRPr lang="en-US" sz="9600" dirty="0"/>
          </a:p>
        </p:txBody>
      </p:sp>
    </p:spTree>
    <p:extLst>
      <p:ext uri="{BB962C8B-B14F-4D97-AF65-F5344CB8AC3E}">
        <p14:creationId xmlns:p14="http://schemas.microsoft.com/office/powerpoint/2010/main" val="415033197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流程图: 存储数据 9">
            <a:extLst>
              <a:ext uri="{FF2B5EF4-FFF2-40B4-BE49-F238E27FC236}">
                <a16:creationId xmlns:a16="http://schemas.microsoft.com/office/drawing/2014/main" id="{CDCC11F1-94E5-48D2-92F4-3044357C0302}"/>
              </a:ext>
            </a:extLst>
          </p:cNvPr>
          <p:cNvSpPr/>
          <p:nvPr/>
        </p:nvSpPr>
        <p:spPr>
          <a:xfrm rot="10800000">
            <a:off x="3870961" y="0"/>
            <a:ext cx="9858895" cy="6858000"/>
          </a:xfrm>
          <a:prstGeom prst="flowChartOnlineStorage">
            <a:avLst/>
          </a:prstGeom>
          <a:gradFill flip="none" rotWithShape="1">
            <a:gsLst>
              <a:gs pos="0">
                <a:schemeClr val="tx2">
                  <a:lumMod val="75000"/>
                </a:schemeClr>
              </a:gs>
              <a:gs pos="48000">
                <a:schemeClr val="accent1">
                  <a:lumMod val="20000"/>
                  <a:lumOff val="80000"/>
                </a:schemeClr>
              </a:gs>
              <a:gs pos="100000">
                <a:schemeClr val="accent1">
                  <a:alpha val="0"/>
                  <a:lumMod val="0"/>
                  <a:lumOff val="10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4" name="流程图: 存储数据 3">
            <a:extLst>
              <a:ext uri="{FF2B5EF4-FFF2-40B4-BE49-F238E27FC236}">
                <a16:creationId xmlns:a16="http://schemas.microsoft.com/office/drawing/2014/main" id="{AA254E7F-FC5A-4D72-8738-B858DBCFF618}"/>
              </a:ext>
            </a:extLst>
          </p:cNvPr>
          <p:cNvSpPr/>
          <p:nvPr/>
        </p:nvSpPr>
        <p:spPr>
          <a:xfrm>
            <a:off x="-1537856" y="1"/>
            <a:ext cx="9858895" cy="6858000"/>
          </a:xfrm>
          <a:prstGeom prst="flowChartOnlineStorage">
            <a:avLst/>
          </a:prstGeom>
          <a:gradFill flip="none" rotWithShape="1">
            <a:gsLst>
              <a:gs pos="0">
                <a:schemeClr val="tx2">
                  <a:lumMod val="75000"/>
                </a:schemeClr>
              </a:gs>
              <a:gs pos="48000">
                <a:schemeClr val="accent1">
                  <a:lumMod val="20000"/>
                  <a:lumOff val="80000"/>
                </a:schemeClr>
              </a:gs>
              <a:gs pos="100000">
                <a:schemeClr val="accent1">
                  <a:alpha val="0"/>
                  <a:lumMod val="0"/>
                  <a:lumOff val="10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2AC2DE9-5A7F-461B-BE27-78A6ADEDAE0D}"/>
              </a:ext>
            </a:extLst>
          </p:cNvPr>
          <p:cNvSpPr txBox="1"/>
          <p:nvPr/>
        </p:nvSpPr>
        <p:spPr>
          <a:xfrm>
            <a:off x="3593451" y="1773396"/>
            <a:ext cx="5894416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marR="0" lvl="0" indent="-571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+mn-cs"/>
              </a:rPr>
              <a:t>查看报表列表</a:t>
            </a:r>
            <a:endParaRPr kumimoji="0" lang="en-US" altLang="zh-CN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KaiTi" panose="02010609060101010101" pitchFamily="49" charset="-122"/>
              <a:ea typeface="KaiTi" panose="02010609060101010101" pitchFamily="49" charset="-122"/>
              <a:cs typeface="+mn-cs"/>
            </a:endParaRPr>
          </a:p>
          <a:p>
            <a:pPr marL="571500" marR="0" lvl="0" indent="-571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lang="zh-CN" altLang="en-US" sz="3600" dirty="0">
                <a:solidFill>
                  <a:prstClr val="black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条件查询报表列表</a:t>
            </a:r>
            <a:endParaRPr lang="en-US" altLang="zh-CN" sz="3600" dirty="0">
              <a:solidFill>
                <a:prstClr val="black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marL="571500" marR="0" lvl="0" indent="-571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+mn-cs"/>
              </a:rPr>
              <a:t>查看报表详情</a:t>
            </a:r>
            <a:endParaRPr kumimoji="0" lang="en-US" altLang="zh-CN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KaiTi" panose="02010609060101010101" pitchFamily="49" charset="-122"/>
              <a:ea typeface="KaiTi" panose="02010609060101010101" pitchFamily="49" charset="-122"/>
              <a:cs typeface="+mn-cs"/>
            </a:endParaRPr>
          </a:p>
          <a:p>
            <a:pPr marL="571500" marR="0" lvl="0" indent="-571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lang="zh-CN" altLang="en-US" sz="3600" dirty="0">
                <a:solidFill>
                  <a:prstClr val="black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审核报表（通过</a:t>
            </a:r>
            <a:r>
              <a:rPr lang="en-US" altLang="zh-CN" sz="3600" dirty="0">
                <a:solidFill>
                  <a:prstClr val="black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/</a:t>
            </a:r>
            <a:r>
              <a:rPr lang="zh-CN" altLang="en-US" sz="3600" dirty="0">
                <a:solidFill>
                  <a:prstClr val="black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驳回）</a:t>
            </a:r>
            <a:endParaRPr lang="en-US" altLang="zh-CN" sz="3600" dirty="0">
              <a:solidFill>
                <a:prstClr val="black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marL="571500" marR="0" lvl="0" indent="-571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lang="zh-CN" altLang="en-US" sz="3600" dirty="0">
                <a:solidFill>
                  <a:prstClr val="black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批量审核报表</a:t>
            </a:r>
            <a:endParaRPr lang="en-US" altLang="zh-CN" sz="3600" dirty="0">
              <a:solidFill>
                <a:prstClr val="black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marL="571500" marR="0" lvl="0" indent="-571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lang="zh-CN" altLang="en-US" sz="3600" dirty="0">
                <a:solidFill>
                  <a:prstClr val="black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提醒市级审核报表</a:t>
            </a:r>
            <a:endParaRPr lang="en-US" altLang="zh-CN" sz="3600" noProof="0" dirty="0">
              <a:solidFill>
                <a:prstClr val="black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marL="571500" marR="0" lvl="0" indent="-571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lang="zh-CN" altLang="en-US" sz="3600" dirty="0">
                <a:solidFill>
                  <a:prstClr val="black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上传报表</a:t>
            </a:r>
            <a:endParaRPr lang="en-US" altLang="zh-CN" sz="3600" dirty="0">
              <a:solidFill>
                <a:prstClr val="black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marL="571500" marR="0" lvl="0" indent="-571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en-US" sz="3600" b="0" i="0" u="none" strike="noStrike" kern="1200" cap="none" spc="0" normalizeH="0" baseline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+mn-cs"/>
              </a:rPr>
              <a:t>批量上传报表</a:t>
            </a:r>
            <a:endParaRPr kumimoji="0" lang="en-US" altLang="zh-CN" sz="3600" b="0" i="0" u="none" strike="noStrike" kern="1200" cap="none" spc="0" normalizeH="0" baseline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KaiTi" panose="02010609060101010101" pitchFamily="49" charset="-122"/>
              <a:ea typeface="KaiTi" panose="02010609060101010101" pitchFamily="49" charset="-122"/>
              <a:cs typeface="+mn-cs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82F49EF-57F4-42CF-8400-E28C6E6891BC}"/>
              </a:ext>
            </a:extLst>
          </p:cNvPr>
          <p:cNvSpPr txBox="1"/>
          <p:nvPr/>
        </p:nvSpPr>
        <p:spPr>
          <a:xfrm>
            <a:off x="3047308" y="644977"/>
            <a:ext cx="609738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4000" dirty="0">
                <a:solidFill>
                  <a:prstClr val="black"/>
                </a:solidFill>
                <a:latin typeface="微软雅黑"/>
                <a:ea typeface="微软雅黑"/>
              </a:rPr>
              <a:t>数据管理</a:t>
            </a: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5087143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E6202604-7241-4DEA-98EF-27C59C101F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6346" y="0"/>
            <a:ext cx="9199307" cy="685800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D83B019C-CE92-4470-8E80-EB0B197325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1" y="0"/>
            <a:ext cx="7438519" cy="6858000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C3A0C7EB-F3A4-4F56-BB39-417952C65B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256492" cy="6858000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C62B508F-B2C0-4756-B777-098CA4FB738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0751" y="1616225"/>
            <a:ext cx="8064914" cy="3143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61342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E88300CD-E641-4119-B8C0-6A628FA3CBE6}"/>
              </a:ext>
            </a:extLst>
          </p:cNvPr>
          <p:cNvSpPr txBox="1"/>
          <p:nvPr/>
        </p:nvSpPr>
        <p:spPr>
          <a:xfrm>
            <a:off x="3047308" y="2644170"/>
            <a:ext cx="609738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数据分析</a:t>
            </a:r>
            <a:endParaRPr kumimoji="0" lang="en-US" sz="9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9735900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流程图: 存储数据 9">
            <a:extLst>
              <a:ext uri="{FF2B5EF4-FFF2-40B4-BE49-F238E27FC236}">
                <a16:creationId xmlns:a16="http://schemas.microsoft.com/office/drawing/2014/main" id="{CDCC11F1-94E5-48D2-92F4-3044357C0302}"/>
              </a:ext>
            </a:extLst>
          </p:cNvPr>
          <p:cNvSpPr/>
          <p:nvPr/>
        </p:nvSpPr>
        <p:spPr>
          <a:xfrm rot="10800000">
            <a:off x="3870961" y="0"/>
            <a:ext cx="9858895" cy="6858000"/>
          </a:xfrm>
          <a:prstGeom prst="flowChartOnlineStorage">
            <a:avLst/>
          </a:prstGeom>
          <a:gradFill flip="none" rotWithShape="1">
            <a:gsLst>
              <a:gs pos="0">
                <a:schemeClr val="tx2">
                  <a:lumMod val="75000"/>
                </a:schemeClr>
              </a:gs>
              <a:gs pos="48000">
                <a:schemeClr val="accent1">
                  <a:lumMod val="20000"/>
                  <a:lumOff val="80000"/>
                </a:schemeClr>
              </a:gs>
              <a:gs pos="100000">
                <a:schemeClr val="accent1">
                  <a:alpha val="0"/>
                  <a:lumMod val="0"/>
                  <a:lumOff val="10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4" name="流程图: 存储数据 3">
            <a:extLst>
              <a:ext uri="{FF2B5EF4-FFF2-40B4-BE49-F238E27FC236}">
                <a16:creationId xmlns:a16="http://schemas.microsoft.com/office/drawing/2014/main" id="{AA254E7F-FC5A-4D72-8738-B858DBCFF618}"/>
              </a:ext>
            </a:extLst>
          </p:cNvPr>
          <p:cNvSpPr/>
          <p:nvPr/>
        </p:nvSpPr>
        <p:spPr>
          <a:xfrm>
            <a:off x="-1537856" y="1"/>
            <a:ext cx="9858895" cy="6858000"/>
          </a:xfrm>
          <a:prstGeom prst="flowChartOnlineStorage">
            <a:avLst/>
          </a:prstGeom>
          <a:gradFill flip="none" rotWithShape="1">
            <a:gsLst>
              <a:gs pos="0">
                <a:schemeClr val="tx2">
                  <a:lumMod val="75000"/>
                </a:schemeClr>
              </a:gs>
              <a:gs pos="48000">
                <a:schemeClr val="accent1">
                  <a:lumMod val="20000"/>
                  <a:lumOff val="80000"/>
                </a:schemeClr>
              </a:gs>
              <a:gs pos="100000">
                <a:schemeClr val="accent1">
                  <a:alpha val="0"/>
                  <a:lumMod val="0"/>
                  <a:lumOff val="10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2AC2DE9-5A7F-461B-BE27-78A6ADEDAE0D}"/>
              </a:ext>
            </a:extLst>
          </p:cNvPr>
          <p:cNvSpPr txBox="1"/>
          <p:nvPr/>
        </p:nvSpPr>
        <p:spPr>
          <a:xfrm>
            <a:off x="3593451" y="1773396"/>
            <a:ext cx="589441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marR="0" lvl="0" indent="-571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+mn-cs"/>
              </a:rPr>
              <a:t>查看取样分析</a:t>
            </a:r>
            <a:endParaRPr kumimoji="0" lang="en-US" altLang="zh-CN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KaiTi" panose="02010609060101010101" pitchFamily="49" charset="-122"/>
              <a:ea typeface="KaiTi" panose="02010609060101010101" pitchFamily="49" charset="-122"/>
              <a:cs typeface="+mn-cs"/>
            </a:endParaRPr>
          </a:p>
          <a:p>
            <a:pPr marL="571500" marR="0" lvl="0" indent="-571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lang="zh-CN" altLang="en-US" sz="3600" dirty="0">
                <a:solidFill>
                  <a:prstClr val="black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趋势分析</a:t>
            </a:r>
            <a:endParaRPr lang="en-US" altLang="zh-CN" sz="3600" dirty="0">
              <a:solidFill>
                <a:prstClr val="black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marL="571500" marR="0" lvl="0" indent="-571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+mn-cs"/>
              </a:rPr>
              <a:t>对比分析</a:t>
            </a:r>
            <a:endParaRPr kumimoji="0" lang="en-US" altLang="zh-CN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KaiTi" panose="02010609060101010101" pitchFamily="49" charset="-122"/>
              <a:ea typeface="KaiTi" panose="02010609060101010101" pitchFamily="49" charset="-122"/>
              <a:cs typeface="+mn-cs"/>
            </a:endParaRPr>
          </a:p>
          <a:p>
            <a:pPr marL="571500" marR="0" lvl="0" indent="-571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lang="zh-CN" altLang="en-US" sz="3600" dirty="0">
                <a:solidFill>
                  <a:prstClr val="black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多维分析</a:t>
            </a:r>
            <a:endParaRPr kumimoji="0" lang="en-US" altLang="zh-CN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KaiTi" panose="02010609060101010101" pitchFamily="49" charset="-122"/>
              <a:ea typeface="KaiTi" panose="02010609060101010101" pitchFamily="49" charset="-122"/>
              <a:cs typeface="+mn-cs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82F49EF-57F4-42CF-8400-E28C6E6891BC}"/>
              </a:ext>
            </a:extLst>
          </p:cNvPr>
          <p:cNvSpPr txBox="1"/>
          <p:nvPr/>
        </p:nvSpPr>
        <p:spPr>
          <a:xfrm>
            <a:off x="3047308" y="644977"/>
            <a:ext cx="609738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数据分析</a:t>
            </a: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0777265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E88300CD-E641-4119-B8C0-6A628FA3CBE6}"/>
              </a:ext>
            </a:extLst>
          </p:cNvPr>
          <p:cNvSpPr txBox="1"/>
          <p:nvPr/>
        </p:nvSpPr>
        <p:spPr>
          <a:xfrm>
            <a:off x="3047308" y="2644170"/>
            <a:ext cx="609738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通知管理</a:t>
            </a:r>
            <a:endParaRPr kumimoji="0" lang="en-US" sz="9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1632038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流程图: 存储数据 9">
            <a:extLst>
              <a:ext uri="{FF2B5EF4-FFF2-40B4-BE49-F238E27FC236}">
                <a16:creationId xmlns:a16="http://schemas.microsoft.com/office/drawing/2014/main" id="{CDCC11F1-94E5-48D2-92F4-3044357C0302}"/>
              </a:ext>
            </a:extLst>
          </p:cNvPr>
          <p:cNvSpPr/>
          <p:nvPr/>
        </p:nvSpPr>
        <p:spPr>
          <a:xfrm rot="10800000">
            <a:off x="3870961" y="0"/>
            <a:ext cx="9858895" cy="6858000"/>
          </a:xfrm>
          <a:prstGeom prst="flowChartOnlineStorage">
            <a:avLst/>
          </a:prstGeom>
          <a:gradFill flip="none" rotWithShape="1">
            <a:gsLst>
              <a:gs pos="0">
                <a:schemeClr val="tx2">
                  <a:lumMod val="75000"/>
                </a:schemeClr>
              </a:gs>
              <a:gs pos="48000">
                <a:schemeClr val="accent1">
                  <a:lumMod val="20000"/>
                  <a:lumOff val="80000"/>
                </a:schemeClr>
              </a:gs>
              <a:gs pos="100000">
                <a:schemeClr val="accent1">
                  <a:alpha val="0"/>
                  <a:lumMod val="0"/>
                  <a:lumOff val="10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4" name="流程图: 存储数据 3">
            <a:extLst>
              <a:ext uri="{FF2B5EF4-FFF2-40B4-BE49-F238E27FC236}">
                <a16:creationId xmlns:a16="http://schemas.microsoft.com/office/drawing/2014/main" id="{AA254E7F-FC5A-4D72-8738-B858DBCFF618}"/>
              </a:ext>
            </a:extLst>
          </p:cNvPr>
          <p:cNvSpPr/>
          <p:nvPr/>
        </p:nvSpPr>
        <p:spPr>
          <a:xfrm>
            <a:off x="-1537856" y="1"/>
            <a:ext cx="9858895" cy="6858000"/>
          </a:xfrm>
          <a:prstGeom prst="flowChartOnlineStorage">
            <a:avLst/>
          </a:prstGeom>
          <a:gradFill flip="none" rotWithShape="1">
            <a:gsLst>
              <a:gs pos="0">
                <a:schemeClr val="tx2">
                  <a:lumMod val="75000"/>
                </a:schemeClr>
              </a:gs>
              <a:gs pos="48000">
                <a:schemeClr val="accent1">
                  <a:lumMod val="20000"/>
                  <a:lumOff val="80000"/>
                </a:schemeClr>
              </a:gs>
              <a:gs pos="100000">
                <a:schemeClr val="accent1">
                  <a:alpha val="0"/>
                  <a:lumMod val="0"/>
                  <a:lumOff val="10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2AC2DE9-5A7F-461B-BE27-78A6ADEDAE0D}"/>
              </a:ext>
            </a:extLst>
          </p:cNvPr>
          <p:cNvSpPr txBox="1"/>
          <p:nvPr/>
        </p:nvSpPr>
        <p:spPr>
          <a:xfrm>
            <a:off x="3391591" y="1848211"/>
            <a:ext cx="5894416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marR="0" lvl="0" indent="-571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+mn-cs"/>
              </a:rPr>
              <a:t>查看所有通知列表</a:t>
            </a:r>
            <a:endParaRPr kumimoji="0" lang="en-US" altLang="zh-CN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KaiTi" panose="02010609060101010101" pitchFamily="49" charset="-122"/>
              <a:ea typeface="KaiTi" panose="02010609060101010101" pitchFamily="49" charset="-122"/>
              <a:cs typeface="+mn-cs"/>
            </a:endParaRPr>
          </a:p>
          <a:p>
            <a:pPr marL="571500" marR="0" lvl="0" indent="-571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lang="zh-CN" altLang="en-US" sz="3600" noProof="0" dirty="0">
                <a:solidFill>
                  <a:prstClr val="black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查看生效中的通知列表</a:t>
            </a:r>
            <a:endParaRPr lang="en-US" altLang="zh-CN" sz="3600" noProof="0" dirty="0">
              <a:solidFill>
                <a:prstClr val="black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marL="571500" marR="0" lvl="0" indent="-571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en-US" sz="3600" b="0" i="0" u="none" strike="noStrike" kern="1200" cap="none" spc="0" normalizeH="0" baseline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+mn-cs"/>
              </a:rPr>
              <a:t>条件查询通知列表</a:t>
            </a:r>
            <a:endParaRPr kumimoji="0" lang="en-US" altLang="zh-CN" sz="3600" b="0" i="0" u="none" strike="noStrike" kern="1200" cap="none" spc="0" normalizeH="0" baseline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KaiTi" panose="02010609060101010101" pitchFamily="49" charset="-122"/>
              <a:ea typeface="KaiTi" panose="02010609060101010101" pitchFamily="49" charset="-122"/>
              <a:cs typeface="+mn-cs"/>
            </a:endParaRPr>
          </a:p>
          <a:p>
            <a:pPr marL="571500" marR="0" lvl="0" indent="-571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lang="zh-CN" altLang="en-US" sz="3600" noProof="0" dirty="0">
                <a:solidFill>
                  <a:prstClr val="black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查看通知详情</a:t>
            </a:r>
            <a:endParaRPr lang="en-US" altLang="zh-CN" sz="3600" noProof="0" dirty="0">
              <a:solidFill>
                <a:prstClr val="black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marL="571500" marR="0" lvl="0" indent="-571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lang="zh-CN" altLang="en-US" sz="3600" dirty="0">
                <a:solidFill>
                  <a:prstClr val="black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新增通知</a:t>
            </a:r>
            <a:endParaRPr lang="en-US" altLang="zh-CN" sz="3600" noProof="0" dirty="0">
              <a:solidFill>
                <a:prstClr val="black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marL="571500" marR="0" lvl="0" indent="-571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en-US" sz="3600" b="0" i="0" u="none" strike="noStrike" kern="1200" cap="none" spc="0" normalizeH="0" baseline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+mn-cs"/>
              </a:rPr>
              <a:t>编辑通知</a:t>
            </a:r>
            <a:endParaRPr kumimoji="0" lang="en-US" altLang="zh-CN" sz="3600" b="0" i="0" u="none" strike="noStrike" kern="1200" cap="none" spc="0" normalizeH="0" baseline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KaiTi" panose="02010609060101010101" pitchFamily="49" charset="-122"/>
              <a:ea typeface="KaiTi" panose="02010609060101010101" pitchFamily="49" charset="-122"/>
              <a:cs typeface="+mn-cs"/>
            </a:endParaRPr>
          </a:p>
          <a:p>
            <a:pPr marL="571500" marR="0" lvl="0" indent="-571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lang="zh-CN" altLang="en-US" sz="3600" noProof="0" dirty="0">
                <a:solidFill>
                  <a:prstClr val="black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删除通知</a:t>
            </a:r>
            <a:endParaRPr kumimoji="0" lang="en-US" altLang="zh-CN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KaiTi" panose="02010609060101010101" pitchFamily="49" charset="-122"/>
              <a:ea typeface="KaiTi" panose="02010609060101010101" pitchFamily="49" charset="-122"/>
              <a:cs typeface="+mn-cs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82F49EF-57F4-42CF-8400-E28C6E6891BC}"/>
              </a:ext>
            </a:extLst>
          </p:cNvPr>
          <p:cNvSpPr txBox="1"/>
          <p:nvPr/>
        </p:nvSpPr>
        <p:spPr>
          <a:xfrm>
            <a:off x="3047308" y="644977"/>
            <a:ext cx="609738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通知管理</a:t>
            </a: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9375740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652E52F0-8103-4699-B1C5-182928F1D7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5920" y="237961"/>
            <a:ext cx="9900159" cy="6382078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0461C0C9-4ADE-4383-A01E-CF3FCD57B3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3543" y="638031"/>
            <a:ext cx="8064914" cy="5581937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09D8E987-E505-4013-ACEC-2C0566B389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63543" y="638031"/>
            <a:ext cx="8064914" cy="5581937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00D2C467-1250-43EE-9DDB-33269F07049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41422" y="2562180"/>
            <a:ext cx="6909155" cy="1733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12103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E88300CD-E641-4119-B8C0-6A628FA3CBE6}"/>
              </a:ext>
            </a:extLst>
          </p:cNvPr>
          <p:cNvSpPr txBox="1"/>
          <p:nvPr/>
        </p:nvSpPr>
        <p:spPr>
          <a:xfrm>
            <a:off x="3047308" y="2644170"/>
            <a:ext cx="609738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账号管理</a:t>
            </a:r>
            <a:endParaRPr kumimoji="0" lang="en-US" sz="9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353689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流程图: 存储数据 9">
            <a:extLst>
              <a:ext uri="{FF2B5EF4-FFF2-40B4-BE49-F238E27FC236}">
                <a16:creationId xmlns:a16="http://schemas.microsoft.com/office/drawing/2014/main" id="{CDCC11F1-94E5-48D2-92F4-3044357C0302}"/>
              </a:ext>
            </a:extLst>
          </p:cNvPr>
          <p:cNvSpPr/>
          <p:nvPr/>
        </p:nvSpPr>
        <p:spPr>
          <a:xfrm rot="10800000">
            <a:off x="3870961" y="0"/>
            <a:ext cx="9858895" cy="6858000"/>
          </a:xfrm>
          <a:prstGeom prst="flowChartOnlineStorage">
            <a:avLst/>
          </a:prstGeom>
          <a:gradFill flip="none" rotWithShape="1">
            <a:gsLst>
              <a:gs pos="0">
                <a:schemeClr val="tx2">
                  <a:lumMod val="75000"/>
                </a:schemeClr>
              </a:gs>
              <a:gs pos="48000">
                <a:schemeClr val="accent1">
                  <a:lumMod val="20000"/>
                  <a:lumOff val="80000"/>
                </a:schemeClr>
              </a:gs>
              <a:gs pos="100000">
                <a:schemeClr val="accent1">
                  <a:alpha val="0"/>
                  <a:lumMod val="0"/>
                  <a:lumOff val="10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4" name="流程图: 存储数据 3">
            <a:extLst>
              <a:ext uri="{FF2B5EF4-FFF2-40B4-BE49-F238E27FC236}">
                <a16:creationId xmlns:a16="http://schemas.microsoft.com/office/drawing/2014/main" id="{AA254E7F-FC5A-4D72-8738-B858DBCFF618}"/>
              </a:ext>
            </a:extLst>
          </p:cNvPr>
          <p:cNvSpPr/>
          <p:nvPr/>
        </p:nvSpPr>
        <p:spPr>
          <a:xfrm>
            <a:off x="-1537856" y="1"/>
            <a:ext cx="9858895" cy="6858000"/>
          </a:xfrm>
          <a:prstGeom prst="flowChartOnlineStorage">
            <a:avLst/>
          </a:prstGeom>
          <a:gradFill flip="none" rotWithShape="1">
            <a:gsLst>
              <a:gs pos="0">
                <a:schemeClr val="tx2">
                  <a:lumMod val="75000"/>
                </a:schemeClr>
              </a:gs>
              <a:gs pos="48000">
                <a:schemeClr val="accent1">
                  <a:lumMod val="20000"/>
                  <a:lumOff val="80000"/>
                </a:schemeClr>
              </a:gs>
              <a:gs pos="100000">
                <a:schemeClr val="accent1">
                  <a:alpha val="0"/>
                  <a:lumMod val="0"/>
                  <a:lumOff val="10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2AC2DE9-5A7F-461B-BE27-78A6ADEDAE0D}"/>
              </a:ext>
            </a:extLst>
          </p:cNvPr>
          <p:cNvSpPr txBox="1"/>
          <p:nvPr/>
        </p:nvSpPr>
        <p:spPr>
          <a:xfrm>
            <a:off x="3391591" y="1848211"/>
            <a:ext cx="589441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marR="0" lvl="0" indent="-571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lang="zh-CN" altLang="en-US" sz="3600" dirty="0">
                <a:solidFill>
                  <a:prstClr val="black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查询账号列表</a:t>
            </a:r>
            <a:endParaRPr kumimoji="0" lang="en-US" altLang="zh-CN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KaiTi" panose="02010609060101010101" pitchFamily="49" charset="-122"/>
              <a:ea typeface="KaiTi" panose="02010609060101010101" pitchFamily="49" charset="-122"/>
              <a:cs typeface="+mn-cs"/>
            </a:endParaRPr>
          </a:p>
          <a:p>
            <a:pPr marL="571500" marR="0" lvl="0" indent="-571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lang="zh-CN" altLang="en-US" sz="3600" dirty="0">
                <a:solidFill>
                  <a:prstClr val="black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新增企业账号</a:t>
            </a:r>
            <a:endParaRPr kumimoji="0" lang="en-US" altLang="zh-CN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KaiTi" panose="02010609060101010101" pitchFamily="49" charset="-122"/>
              <a:ea typeface="KaiTi" panose="02010609060101010101" pitchFamily="49" charset="-122"/>
              <a:cs typeface="+mn-cs"/>
            </a:endParaRPr>
          </a:p>
          <a:p>
            <a:pPr marL="571500" marR="0" lvl="0" indent="-571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lang="zh-CN" altLang="en-US" sz="3600" dirty="0">
                <a:solidFill>
                  <a:prstClr val="black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新增市级账号</a:t>
            </a:r>
            <a:endParaRPr lang="en-US" altLang="zh-CN" sz="3600" dirty="0">
              <a:solidFill>
                <a:prstClr val="black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marL="571500" marR="0" lvl="0" indent="-571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+mn-cs"/>
              </a:rPr>
              <a:t>停用或启用账号</a:t>
            </a:r>
            <a:endParaRPr kumimoji="0" lang="en-US" altLang="zh-CN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KaiTi" panose="02010609060101010101" pitchFamily="49" charset="-122"/>
              <a:ea typeface="KaiTi" panose="02010609060101010101" pitchFamily="49" charset="-122"/>
              <a:cs typeface="+mn-cs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82F49EF-57F4-42CF-8400-E28C6E6891BC}"/>
              </a:ext>
            </a:extLst>
          </p:cNvPr>
          <p:cNvSpPr txBox="1"/>
          <p:nvPr/>
        </p:nvSpPr>
        <p:spPr>
          <a:xfrm>
            <a:off x="3047308" y="644977"/>
            <a:ext cx="609738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4000" dirty="0">
                <a:solidFill>
                  <a:prstClr val="black"/>
                </a:solidFill>
                <a:latin typeface="微软雅黑"/>
                <a:ea typeface="微软雅黑"/>
              </a:rPr>
              <a:t>账号</a:t>
            </a:r>
            <a:r>
              <a:rPr kumimoji="0" lang="zh-CN" alt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管理</a:t>
            </a: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8965866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60BD9A5D-986A-476F-8717-0EB8D71ED0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0611" y="77026"/>
            <a:ext cx="8529469" cy="10347135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F18675F0-B48C-4515-91FF-4F8F9CD56E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9882" y="720586"/>
            <a:ext cx="4572235" cy="5416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56749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E88300CD-E641-4119-B8C0-6A628FA3CBE6}"/>
              </a:ext>
            </a:extLst>
          </p:cNvPr>
          <p:cNvSpPr txBox="1"/>
          <p:nvPr/>
        </p:nvSpPr>
        <p:spPr>
          <a:xfrm>
            <a:off x="3047308" y="2644170"/>
            <a:ext cx="609738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日志管理</a:t>
            </a:r>
            <a:endParaRPr kumimoji="0" lang="en-US" sz="9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3708781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流程图: 存储数据 9">
            <a:extLst>
              <a:ext uri="{FF2B5EF4-FFF2-40B4-BE49-F238E27FC236}">
                <a16:creationId xmlns:a16="http://schemas.microsoft.com/office/drawing/2014/main" id="{CDCC11F1-94E5-48D2-92F4-3044357C0302}"/>
              </a:ext>
            </a:extLst>
          </p:cNvPr>
          <p:cNvSpPr/>
          <p:nvPr/>
        </p:nvSpPr>
        <p:spPr>
          <a:xfrm rot="10800000">
            <a:off x="3870961" y="0"/>
            <a:ext cx="9858895" cy="6858000"/>
          </a:xfrm>
          <a:prstGeom prst="flowChartOnlineStorage">
            <a:avLst/>
          </a:prstGeom>
          <a:gradFill flip="none" rotWithShape="1">
            <a:gsLst>
              <a:gs pos="0">
                <a:schemeClr val="tx2">
                  <a:lumMod val="75000"/>
                </a:schemeClr>
              </a:gs>
              <a:gs pos="48000">
                <a:schemeClr val="accent1">
                  <a:lumMod val="20000"/>
                  <a:lumOff val="80000"/>
                </a:schemeClr>
              </a:gs>
              <a:gs pos="100000">
                <a:schemeClr val="accent1">
                  <a:alpha val="0"/>
                  <a:lumMod val="0"/>
                  <a:lumOff val="10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4" name="流程图: 存储数据 3">
            <a:extLst>
              <a:ext uri="{FF2B5EF4-FFF2-40B4-BE49-F238E27FC236}">
                <a16:creationId xmlns:a16="http://schemas.microsoft.com/office/drawing/2014/main" id="{AA254E7F-FC5A-4D72-8738-B858DBCFF618}"/>
              </a:ext>
            </a:extLst>
          </p:cNvPr>
          <p:cNvSpPr/>
          <p:nvPr/>
        </p:nvSpPr>
        <p:spPr>
          <a:xfrm>
            <a:off x="-1537856" y="1"/>
            <a:ext cx="9858895" cy="6858000"/>
          </a:xfrm>
          <a:prstGeom prst="flowChartOnlineStorage">
            <a:avLst/>
          </a:prstGeom>
          <a:gradFill flip="none" rotWithShape="1">
            <a:gsLst>
              <a:gs pos="0">
                <a:schemeClr val="tx2">
                  <a:lumMod val="75000"/>
                </a:schemeClr>
              </a:gs>
              <a:gs pos="48000">
                <a:schemeClr val="accent1">
                  <a:lumMod val="20000"/>
                  <a:lumOff val="80000"/>
                </a:schemeClr>
              </a:gs>
              <a:gs pos="100000">
                <a:schemeClr val="accent1">
                  <a:alpha val="0"/>
                  <a:lumMod val="0"/>
                  <a:lumOff val="10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2AC2DE9-5A7F-461B-BE27-78A6ADEDAE0D}"/>
              </a:ext>
            </a:extLst>
          </p:cNvPr>
          <p:cNvSpPr txBox="1"/>
          <p:nvPr/>
        </p:nvSpPr>
        <p:spPr>
          <a:xfrm>
            <a:off x="3391591" y="1848211"/>
            <a:ext cx="5894416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marR="0" lvl="0" indent="-571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lang="zh-CN" altLang="en-US" sz="3600" dirty="0">
                <a:solidFill>
                  <a:prstClr val="black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查看日志列表</a:t>
            </a:r>
            <a:endParaRPr lang="en-US" altLang="zh-CN" sz="3600" dirty="0">
              <a:solidFill>
                <a:prstClr val="black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marL="571500" marR="0" lvl="0" indent="-571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lang="zh-CN" altLang="en-US" sz="3600" dirty="0">
                <a:solidFill>
                  <a:prstClr val="black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条件查询日志列表</a:t>
            </a:r>
            <a:endParaRPr lang="en-US" altLang="zh-CN" sz="3600" dirty="0">
              <a:solidFill>
                <a:prstClr val="black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marL="571500" marR="0" lvl="0" indent="-571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lang="zh-CN" altLang="en-US" sz="3600" dirty="0">
                <a:solidFill>
                  <a:prstClr val="black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导出日志</a:t>
            </a:r>
            <a:endParaRPr lang="en-US" altLang="zh-CN" sz="3600" dirty="0">
              <a:solidFill>
                <a:prstClr val="black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marL="571500" marR="0" lvl="0" indent="-571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+mn-cs"/>
              </a:rPr>
              <a:t>清空</a:t>
            </a:r>
            <a:r>
              <a:rPr lang="zh-CN" altLang="en-US" sz="3600" dirty="0">
                <a:solidFill>
                  <a:prstClr val="black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日志</a:t>
            </a:r>
            <a:endParaRPr lang="en-US" altLang="zh-CN" sz="3600" dirty="0">
              <a:solidFill>
                <a:prstClr val="black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marL="571500" marR="0" lvl="0" indent="-571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+mn-cs"/>
              </a:rPr>
              <a:t>查看日志详情</a:t>
            </a:r>
            <a:endParaRPr kumimoji="0" lang="en-US" altLang="zh-CN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KaiTi" panose="02010609060101010101" pitchFamily="49" charset="-122"/>
              <a:ea typeface="KaiTi" panose="02010609060101010101" pitchFamily="49" charset="-122"/>
              <a:cs typeface="+mn-cs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82F49EF-57F4-42CF-8400-E28C6E6891BC}"/>
              </a:ext>
            </a:extLst>
          </p:cNvPr>
          <p:cNvSpPr txBox="1"/>
          <p:nvPr/>
        </p:nvSpPr>
        <p:spPr>
          <a:xfrm>
            <a:off x="3047308" y="644977"/>
            <a:ext cx="609738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日志管理</a:t>
            </a: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7877010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>
            <a:extLst>
              <a:ext uri="{FF2B5EF4-FFF2-40B4-BE49-F238E27FC236}">
                <a16:creationId xmlns:a16="http://schemas.microsoft.com/office/drawing/2014/main" id="{C680E1E9-1BD3-4B15-97DB-800C0AC042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8146" y="403069"/>
            <a:ext cx="9855707" cy="6051861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94D67805-7CCF-46BE-A854-5718C37EC0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41422" y="1508026"/>
            <a:ext cx="6909155" cy="3841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9592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E88300CD-E641-4119-B8C0-6A628FA3CBE6}"/>
              </a:ext>
            </a:extLst>
          </p:cNvPr>
          <p:cNvSpPr txBox="1"/>
          <p:nvPr/>
        </p:nvSpPr>
        <p:spPr>
          <a:xfrm>
            <a:off x="3047308" y="2644170"/>
            <a:ext cx="6371012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调查期管理</a:t>
            </a:r>
            <a:endParaRPr kumimoji="0" lang="en-US" sz="9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4882821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流程图: 存储数据 9">
            <a:extLst>
              <a:ext uri="{FF2B5EF4-FFF2-40B4-BE49-F238E27FC236}">
                <a16:creationId xmlns:a16="http://schemas.microsoft.com/office/drawing/2014/main" id="{CDCC11F1-94E5-48D2-92F4-3044357C0302}"/>
              </a:ext>
            </a:extLst>
          </p:cNvPr>
          <p:cNvSpPr/>
          <p:nvPr/>
        </p:nvSpPr>
        <p:spPr>
          <a:xfrm rot="10800000">
            <a:off x="3870961" y="0"/>
            <a:ext cx="9858895" cy="6858000"/>
          </a:xfrm>
          <a:prstGeom prst="flowChartOnlineStorage">
            <a:avLst/>
          </a:prstGeom>
          <a:gradFill flip="none" rotWithShape="1">
            <a:gsLst>
              <a:gs pos="0">
                <a:schemeClr val="tx2">
                  <a:lumMod val="75000"/>
                </a:schemeClr>
              </a:gs>
              <a:gs pos="48000">
                <a:schemeClr val="accent1">
                  <a:lumMod val="20000"/>
                  <a:lumOff val="80000"/>
                </a:schemeClr>
              </a:gs>
              <a:gs pos="100000">
                <a:schemeClr val="accent1">
                  <a:alpha val="0"/>
                  <a:lumMod val="0"/>
                  <a:lumOff val="10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4" name="流程图: 存储数据 3">
            <a:extLst>
              <a:ext uri="{FF2B5EF4-FFF2-40B4-BE49-F238E27FC236}">
                <a16:creationId xmlns:a16="http://schemas.microsoft.com/office/drawing/2014/main" id="{AA254E7F-FC5A-4D72-8738-B858DBCFF618}"/>
              </a:ext>
            </a:extLst>
          </p:cNvPr>
          <p:cNvSpPr/>
          <p:nvPr/>
        </p:nvSpPr>
        <p:spPr>
          <a:xfrm>
            <a:off x="-1537856" y="1"/>
            <a:ext cx="9858895" cy="6858000"/>
          </a:xfrm>
          <a:prstGeom prst="flowChartOnlineStorage">
            <a:avLst/>
          </a:prstGeom>
          <a:gradFill flip="none" rotWithShape="1">
            <a:gsLst>
              <a:gs pos="0">
                <a:schemeClr val="tx2">
                  <a:lumMod val="75000"/>
                </a:schemeClr>
              </a:gs>
              <a:gs pos="48000">
                <a:schemeClr val="accent1">
                  <a:lumMod val="20000"/>
                  <a:lumOff val="80000"/>
                </a:schemeClr>
              </a:gs>
              <a:gs pos="100000">
                <a:schemeClr val="accent1">
                  <a:alpha val="0"/>
                  <a:lumMod val="0"/>
                  <a:lumOff val="10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2AC2DE9-5A7F-461B-BE27-78A6ADEDAE0D}"/>
              </a:ext>
            </a:extLst>
          </p:cNvPr>
          <p:cNvSpPr txBox="1"/>
          <p:nvPr/>
        </p:nvSpPr>
        <p:spPr>
          <a:xfrm>
            <a:off x="3391591" y="1848211"/>
            <a:ext cx="5894416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marR="0" lvl="0" indent="-571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lang="zh-CN" altLang="en-US" sz="3600" dirty="0">
                <a:solidFill>
                  <a:prstClr val="black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查看调查期列表</a:t>
            </a:r>
            <a:endParaRPr lang="en-US" altLang="zh-CN" sz="3600" dirty="0">
              <a:solidFill>
                <a:prstClr val="black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marL="571500" marR="0" lvl="0" indent="-571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lang="zh-CN" altLang="en-US" sz="3600" dirty="0">
                <a:solidFill>
                  <a:prstClr val="black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查询调查期</a:t>
            </a:r>
            <a:endParaRPr lang="en-US" altLang="zh-CN" sz="3600" dirty="0">
              <a:solidFill>
                <a:prstClr val="black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marL="571500" marR="0" lvl="0" indent="-571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lang="zh-CN" altLang="en-US" sz="3600" dirty="0">
                <a:solidFill>
                  <a:prstClr val="black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添加调查期（批量）</a:t>
            </a:r>
            <a:endParaRPr lang="en-US" altLang="zh-CN" sz="3600" dirty="0">
              <a:solidFill>
                <a:prstClr val="black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marL="571500" marR="0" lvl="0" indent="-571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+mn-cs"/>
              </a:rPr>
              <a:t>编辑调查期</a:t>
            </a:r>
            <a:endParaRPr kumimoji="0" lang="en-US" altLang="zh-CN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KaiTi" panose="02010609060101010101" pitchFamily="49" charset="-122"/>
              <a:ea typeface="KaiTi" panose="02010609060101010101" pitchFamily="49" charset="-122"/>
              <a:cs typeface="+mn-cs"/>
            </a:endParaRPr>
          </a:p>
          <a:p>
            <a:pPr marL="571500" marR="0" lvl="0" indent="-571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+mn-cs"/>
              </a:rPr>
              <a:t>删除调查期</a:t>
            </a:r>
            <a:endParaRPr kumimoji="0" lang="en-US" altLang="zh-CN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KaiTi" panose="02010609060101010101" pitchFamily="49" charset="-122"/>
              <a:ea typeface="KaiTi" panose="02010609060101010101" pitchFamily="49" charset="-122"/>
              <a:cs typeface="+mn-cs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82F49EF-57F4-42CF-8400-E28C6E6891BC}"/>
              </a:ext>
            </a:extLst>
          </p:cNvPr>
          <p:cNvSpPr txBox="1"/>
          <p:nvPr/>
        </p:nvSpPr>
        <p:spPr>
          <a:xfrm>
            <a:off x="3047308" y="644977"/>
            <a:ext cx="609738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4000" dirty="0">
                <a:solidFill>
                  <a:prstClr val="black"/>
                </a:solidFill>
                <a:latin typeface="微软雅黑"/>
                <a:ea typeface="微软雅黑"/>
              </a:rPr>
              <a:t>调查期</a:t>
            </a:r>
            <a:r>
              <a:rPr kumimoji="0" lang="zh-CN" alt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管理</a:t>
            </a: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0740924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C6D67434-D4A5-4691-88DF-FFB683A533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0373" y="634856"/>
            <a:ext cx="9811254" cy="5588287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C79B1EDB-0775-47AD-A66E-1FFAA42150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0902" y="2206562"/>
            <a:ext cx="3810196" cy="2444876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82647A2A-1B35-4C54-B9D7-B17794C0C3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90902" y="2016052"/>
            <a:ext cx="3810196" cy="2825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95648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封4​​">
  <a:themeElements>
    <a:clrScheme name="自定义 34">
      <a:dk1>
        <a:sysClr val="windowText" lastClr="000000"/>
      </a:dk1>
      <a:lt1>
        <a:sysClr val="window" lastClr="FFFFFF"/>
      </a:lt1>
      <a:dk2>
        <a:srgbClr val="006C39"/>
      </a:dk2>
      <a:lt2>
        <a:srgbClr val="FFFFFF"/>
      </a:lt2>
      <a:accent1>
        <a:srgbClr val="006C39"/>
      </a:accent1>
      <a:accent2>
        <a:srgbClr val="3F3F3F"/>
      </a:accent2>
      <a:accent3>
        <a:srgbClr val="A2A2A2"/>
      </a:accent3>
      <a:accent4>
        <a:srgbClr val="A13F0B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自定义 1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封9​​">
  <a:themeElements>
    <a:clrScheme name="自定义 34">
      <a:dk1>
        <a:sysClr val="windowText" lastClr="000000"/>
      </a:dk1>
      <a:lt1>
        <a:sysClr val="window" lastClr="FFFFFF"/>
      </a:lt1>
      <a:dk2>
        <a:srgbClr val="006C39"/>
      </a:dk2>
      <a:lt2>
        <a:srgbClr val="FFFFFF"/>
      </a:lt2>
      <a:accent1>
        <a:srgbClr val="006C39"/>
      </a:accent1>
      <a:accent2>
        <a:srgbClr val="3F3F3F"/>
      </a:accent2>
      <a:accent3>
        <a:srgbClr val="A2A2A2"/>
      </a:accent3>
      <a:accent4>
        <a:srgbClr val="A13F0B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自定义 1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目1​​">
  <a:themeElements>
    <a:clrScheme name="自定义 34">
      <a:dk1>
        <a:sysClr val="windowText" lastClr="000000"/>
      </a:dk1>
      <a:lt1>
        <a:sysClr val="window" lastClr="FFFFFF"/>
      </a:lt1>
      <a:dk2>
        <a:srgbClr val="006C39"/>
      </a:dk2>
      <a:lt2>
        <a:srgbClr val="FFFFFF"/>
      </a:lt2>
      <a:accent1>
        <a:srgbClr val="006C39"/>
      </a:accent1>
      <a:accent2>
        <a:srgbClr val="3F3F3F"/>
      </a:accent2>
      <a:accent3>
        <a:srgbClr val="A2A2A2"/>
      </a:accent3>
      <a:accent4>
        <a:srgbClr val="A13F0B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自定义 1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843</TotalTime>
  <Words>609</Words>
  <Application>Microsoft Office PowerPoint</Application>
  <PresentationFormat>宽屏</PresentationFormat>
  <Paragraphs>157</Paragraphs>
  <Slides>55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55</vt:i4>
      </vt:variant>
    </vt:vector>
  </HeadingPairs>
  <TitlesOfParts>
    <vt:vector size="64" baseType="lpstr">
      <vt:lpstr>KaiTi</vt:lpstr>
      <vt:lpstr>微软雅黑</vt:lpstr>
      <vt:lpstr>Arial</vt:lpstr>
      <vt:lpstr>Calibri</vt:lpstr>
      <vt:lpstr>Century Gothic</vt:lpstr>
      <vt:lpstr>Wingdings</vt:lpstr>
      <vt:lpstr>封4​​</vt:lpstr>
      <vt:lpstr>封9​​</vt:lpstr>
      <vt:lpstr>目1​​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丘GG</dc:creator>
  <cp:lastModifiedBy>丘GG</cp:lastModifiedBy>
  <cp:revision>25</cp:revision>
  <dcterms:created xsi:type="dcterms:W3CDTF">2025-11-13T16:51:47Z</dcterms:created>
  <dcterms:modified xsi:type="dcterms:W3CDTF">2025-11-14T06:55:19Z</dcterms:modified>
</cp:coreProperties>
</file>